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64" y="2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4C8EFB-1AA3-4248-8A04-C5DD187C461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620091-350E-4928-A96E-DCE03CF03D25}">
      <dgm:prSet/>
      <dgm:spPr/>
      <dgm:t>
        <a:bodyPr/>
        <a:lstStyle/>
        <a:p>
          <a:r>
            <a:rPr lang="sr-Latn-RS"/>
            <a:t>Tolerancija na greške</a:t>
          </a:r>
          <a:endParaRPr lang="en-US"/>
        </a:p>
      </dgm:t>
    </dgm:pt>
    <dgm:pt modelId="{F525E6AD-1A29-4AD9-8455-0B4263D5D03A}" type="parTrans" cxnId="{69B2AA2A-16F5-49F5-B176-4F7B1E2BE616}">
      <dgm:prSet/>
      <dgm:spPr/>
      <dgm:t>
        <a:bodyPr/>
        <a:lstStyle/>
        <a:p>
          <a:endParaRPr lang="en-US"/>
        </a:p>
      </dgm:t>
    </dgm:pt>
    <dgm:pt modelId="{A890F0F9-26B9-4FF8-A064-55CDC61E8A9F}" type="sibTrans" cxnId="{69B2AA2A-16F5-49F5-B176-4F7B1E2BE616}">
      <dgm:prSet/>
      <dgm:spPr/>
      <dgm:t>
        <a:bodyPr/>
        <a:lstStyle/>
        <a:p>
          <a:endParaRPr lang="en-US"/>
        </a:p>
      </dgm:t>
    </dgm:pt>
    <dgm:pt modelId="{7D04BD5A-A86F-499D-9FB9-AB988BEE82A0}">
      <dgm:prSet/>
      <dgm:spPr/>
      <dgm:t>
        <a:bodyPr/>
        <a:lstStyle/>
        <a:p>
          <a:r>
            <a:rPr lang="sr-Latn-RS"/>
            <a:t>Prilikom migracije podataka</a:t>
          </a:r>
          <a:endParaRPr lang="en-US"/>
        </a:p>
      </dgm:t>
    </dgm:pt>
    <dgm:pt modelId="{7045BC06-8313-48A7-83F3-E35EF7F2C1F8}" type="parTrans" cxnId="{D023993C-D1D8-4A39-9F9B-DD78308D7C6E}">
      <dgm:prSet/>
      <dgm:spPr/>
      <dgm:t>
        <a:bodyPr/>
        <a:lstStyle/>
        <a:p>
          <a:endParaRPr lang="en-US"/>
        </a:p>
      </dgm:t>
    </dgm:pt>
    <dgm:pt modelId="{95D5BBD0-5BCA-461E-A0E8-E01C940B9C8E}" type="sibTrans" cxnId="{D023993C-D1D8-4A39-9F9B-DD78308D7C6E}">
      <dgm:prSet/>
      <dgm:spPr/>
      <dgm:t>
        <a:bodyPr/>
        <a:lstStyle/>
        <a:p>
          <a:endParaRPr lang="en-US"/>
        </a:p>
      </dgm:t>
    </dgm:pt>
    <dgm:pt modelId="{E20FF5E2-7322-4749-866A-87933D9809C3}">
      <dgm:prSet/>
      <dgm:spPr/>
      <dgm:t>
        <a:bodyPr/>
        <a:lstStyle/>
        <a:p>
          <a:r>
            <a:rPr lang="sr-Latn-RS"/>
            <a:t>Brža evaluacija upita</a:t>
          </a:r>
          <a:endParaRPr lang="en-US"/>
        </a:p>
      </dgm:t>
    </dgm:pt>
    <dgm:pt modelId="{3033D5A1-8797-4D8B-8DC5-8513F84887F5}" type="parTrans" cxnId="{AA2396C8-AF1F-4271-91B8-93B0016CB5F4}">
      <dgm:prSet/>
      <dgm:spPr/>
      <dgm:t>
        <a:bodyPr/>
        <a:lstStyle/>
        <a:p>
          <a:endParaRPr lang="en-US"/>
        </a:p>
      </dgm:t>
    </dgm:pt>
    <dgm:pt modelId="{5D15FB0C-4F12-44E8-BBBC-B22393602795}" type="sibTrans" cxnId="{AA2396C8-AF1F-4271-91B8-93B0016CB5F4}">
      <dgm:prSet/>
      <dgm:spPr/>
      <dgm:t>
        <a:bodyPr/>
        <a:lstStyle/>
        <a:p>
          <a:endParaRPr lang="en-US"/>
        </a:p>
      </dgm:t>
    </dgm:pt>
    <dgm:pt modelId="{6CCE81C7-A232-4E82-A868-E75C5F7E731A}">
      <dgm:prSet/>
      <dgm:spPr/>
      <dgm:t>
        <a:bodyPr/>
        <a:lstStyle/>
        <a:p>
          <a:r>
            <a:rPr lang="sr-Latn-RS"/>
            <a:t>Paralelno testiranje sistema</a:t>
          </a:r>
          <a:endParaRPr lang="en-US"/>
        </a:p>
      </dgm:t>
    </dgm:pt>
    <dgm:pt modelId="{BF5D69F5-94CB-425F-BFB1-BB962EEB0F76}" type="parTrans" cxnId="{EDC15498-3532-4BE3-836A-0B3D01638FD5}">
      <dgm:prSet/>
      <dgm:spPr/>
      <dgm:t>
        <a:bodyPr/>
        <a:lstStyle/>
        <a:p>
          <a:endParaRPr lang="en-US"/>
        </a:p>
      </dgm:t>
    </dgm:pt>
    <dgm:pt modelId="{66DFCA32-D5EC-4EC7-BA04-3DCE41EAFB4B}" type="sibTrans" cxnId="{EDC15498-3532-4BE3-836A-0B3D01638FD5}">
      <dgm:prSet/>
      <dgm:spPr/>
      <dgm:t>
        <a:bodyPr/>
        <a:lstStyle/>
        <a:p>
          <a:endParaRPr lang="en-US"/>
        </a:p>
      </dgm:t>
    </dgm:pt>
    <dgm:pt modelId="{75E42C63-0799-4E96-9CBB-4EBF493E0F21}" type="pres">
      <dgm:prSet presAssocID="{CA4C8EFB-1AA3-4248-8A04-C5DD187C461D}" presName="linear" presStyleCnt="0">
        <dgm:presLayoutVars>
          <dgm:animLvl val="lvl"/>
          <dgm:resizeHandles val="exact"/>
        </dgm:presLayoutVars>
      </dgm:prSet>
      <dgm:spPr/>
    </dgm:pt>
    <dgm:pt modelId="{0AD717BC-6384-469C-8936-10CE4E9B567B}" type="pres">
      <dgm:prSet presAssocID="{AC620091-350E-4928-A96E-DCE03CF03D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8630D0-5D4C-4A69-AE57-F54854F05D5C}" type="pres">
      <dgm:prSet presAssocID="{A890F0F9-26B9-4FF8-A064-55CDC61E8A9F}" presName="spacer" presStyleCnt="0"/>
      <dgm:spPr/>
    </dgm:pt>
    <dgm:pt modelId="{99B82E86-3D3A-4D27-8FE6-23D15DC956D1}" type="pres">
      <dgm:prSet presAssocID="{7D04BD5A-A86F-499D-9FB9-AB988BEE82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97D25B6-9142-4C80-BA31-142D0E405F81}" type="pres">
      <dgm:prSet presAssocID="{95D5BBD0-5BCA-461E-A0E8-E01C940B9C8E}" presName="spacer" presStyleCnt="0"/>
      <dgm:spPr/>
    </dgm:pt>
    <dgm:pt modelId="{618BA00F-E7DC-47DD-95F0-A79EC6D24657}" type="pres">
      <dgm:prSet presAssocID="{E20FF5E2-7322-4749-866A-87933D9809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B1AA54-FEAF-49D8-AC89-DE0145703BFA}" type="pres">
      <dgm:prSet presAssocID="{5D15FB0C-4F12-44E8-BBBC-B22393602795}" presName="spacer" presStyleCnt="0"/>
      <dgm:spPr/>
    </dgm:pt>
    <dgm:pt modelId="{E599BA6D-2143-4E94-90DA-56076378027D}" type="pres">
      <dgm:prSet presAssocID="{6CCE81C7-A232-4E82-A868-E75C5F7E731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6C6DB02-03AC-46AA-947F-63D3ED104671}" type="presOf" srcId="{7D04BD5A-A86F-499D-9FB9-AB988BEE82A0}" destId="{99B82E86-3D3A-4D27-8FE6-23D15DC956D1}" srcOrd="0" destOrd="0" presId="urn:microsoft.com/office/officeart/2005/8/layout/vList2"/>
    <dgm:cxn modelId="{BB2E730B-3FEF-45A9-A83C-F84916FEF6C3}" type="presOf" srcId="{CA4C8EFB-1AA3-4248-8A04-C5DD187C461D}" destId="{75E42C63-0799-4E96-9CBB-4EBF493E0F21}" srcOrd="0" destOrd="0" presId="urn:microsoft.com/office/officeart/2005/8/layout/vList2"/>
    <dgm:cxn modelId="{153B271D-9FD6-4FBB-999B-36316E10CDA6}" type="presOf" srcId="{AC620091-350E-4928-A96E-DCE03CF03D25}" destId="{0AD717BC-6384-469C-8936-10CE4E9B567B}" srcOrd="0" destOrd="0" presId="urn:microsoft.com/office/officeart/2005/8/layout/vList2"/>
    <dgm:cxn modelId="{69B2AA2A-16F5-49F5-B176-4F7B1E2BE616}" srcId="{CA4C8EFB-1AA3-4248-8A04-C5DD187C461D}" destId="{AC620091-350E-4928-A96E-DCE03CF03D25}" srcOrd="0" destOrd="0" parTransId="{F525E6AD-1A29-4AD9-8455-0B4263D5D03A}" sibTransId="{A890F0F9-26B9-4FF8-A064-55CDC61E8A9F}"/>
    <dgm:cxn modelId="{D023993C-D1D8-4A39-9F9B-DD78308D7C6E}" srcId="{CA4C8EFB-1AA3-4248-8A04-C5DD187C461D}" destId="{7D04BD5A-A86F-499D-9FB9-AB988BEE82A0}" srcOrd="1" destOrd="0" parTransId="{7045BC06-8313-48A7-83F3-E35EF7F2C1F8}" sibTransId="{95D5BBD0-5BCA-461E-A0E8-E01C940B9C8E}"/>
    <dgm:cxn modelId="{D0AF197B-1414-42F8-A7DC-58AAB0BA6E41}" type="presOf" srcId="{6CCE81C7-A232-4E82-A868-E75C5F7E731A}" destId="{E599BA6D-2143-4E94-90DA-56076378027D}" srcOrd="0" destOrd="0" presId="urn:microsoft.com/office/officeart/2005/8/layout/vList2"/>
    <dgm:cxn modelId="{EDC15498-3532-4BE3-836A-0B3D01638FD5}" srcId="{CA4C8EFB-1AA3-4248-8A04-C5DD187C461D}" destId="{6CCE81C7-A232-4E82-A868-E75C5F7E731A}" srcOrd="3" destOrd="0" parTransId="{BF5D69F5-94CB-425F-BFB1-BB962EEB0F76}" sibTransId="{66DFCA32-D5EC-4EC7-BA04-3DCE41EAFB4B}"/>
    <dgm:cxn modelId="{26A1E9A1-AF3B-4E2D-8D5F-0ED71CF47EC4}" type="presOf" srcId="{E20FF5E2-7322-4749-866A-87933D9809C3}" destId="{618BA00F-E7DC-47DD-95F0-A79EC6D24657}" srcOrd="0" destOrd="0" presId="urn:microsoft.com/office/officeart/2005/8/layout/vList2"/>
    <dgm:cxn modelId="{AA2396C8-AF1F-4271-91B8-93B0016CB5F4}" srcId="{CA4C8EFB-1AA3-4248-8A04-C5DD187C461D}" destId="{E20FF5E2-7322-4749-866A-87933D9809C3}" srcOrd="2" destOrd="0" parTransId="{3033D5A1-8797-4D8B-8DC5-8513F84887F5}" sibTransId="{5D15FB0C-4F12-44E8-BBBC-B22393602795}"/>
    <dgm:cxn modelId="{0E04E4B3-6BF9-4CDE-8EAA-A482B22A647A}" type="presParOf" srcId="{75E42C63-0799-4E96-9CBB-4EBF493E0F21}" destId="{0AD717BC-6384-469C-8936-10CE4E9B567B}" srcOrd="0" destOrd="0" presId="urn:microsoft.com/office/officeart/2005/8/layout/vList2"/>
    <dgm:cxn modelId="{042108A3-32DA-4ABD-86D8-4F1298469526}" type="presParOf" srcId="{75E42C63-0799-4E96-9CBB-4EBF493E0F21}" destId="{AE8630D0-5D4C-4A69-AE57-F54854F05D5C}" srcOrd="1" destOrd="0" presId="urn:microsoft.com/office/officeart/2005/8/layout/vList2"/>
    <dgm:cxn modelId="{AC59B854-2A5D-41DD-882C-4B829A2389B3}" type="presParOf" srcId="{75E42C63-0799-4E96-9CBB-4EBF493E0F21}" destId="{99B82E86-3D3A-4D27-8FE6-23D15DC956D1}" srcOrd="2" destOrd="0" presId="urn:microsoft.com/office/officeart/2005/8/layout/vList2"/>
    <dgm:cxn modelId="{1BFB191C-2A36-4596-B266-8A276510140C}" type="presParOf" srcId="{75E42C63-0799-4E96-9CBB-4EBF493E0F21}" destId="{D97D25B6-9142-4C80-BA31-142D0E405F81}" srcOrd="3" destOrd="0" presId="urn:microsoft.com/office/officeart/2005/8/layout/vList2"/>
    <dgm:cxn modelId="{B5952D1B-CD7E-4F7A-9F1B-319E6803134E}" type="presParOf" srcId="{75E42C63-0799-4E96-9CBB-4EBF493E0F21}" destId="{618BA00F-E7DC-47DD-95F0-A79EC6D24657}" srcOrd="4" destOrd="0" presId="urn:microsoft.com/office/officeart/2005/8/layout/vList2"/>
    <dgm:cxn modelId="{C7395D93-6E86-4E61-A044-35508AACF965}" type="presParOf" srcId="{75E42C63-0799-4E96-9CBB-4EBF493E0F21}" destId="{A6B1AA54-FEAF-49D8-AC89-DE0145703BFA}" srcOrd="5" destOrd="0" presId="urn:microsoft.com/office/officeart/2005/8/layout/vList2"/>
    <dgm:cxn modelId="{9AD41C9C-F1F4-42FF-AF84-E7DB1162347B}" type="presParOf" srcId="{75E42C63-0799-4E96-9CBB-4EBF493E0F21}" destId="{E599BA6D-2143-4E94-90DA-5607637802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D8FBC0-9FF5-4486-9A2B-F1D07E757784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64CE94-6405-4385-9C14-71B13AEA6A33}">
      <dgm:prSet/>
      <dgm:spPr/>
      <dgm:t>
        <a:bodyPr/>
        <a:lstStyle/>
        <a:p>
          <a:r>
            <a:rPr lang="sr-Latn-RS"/>
            <a:t>Modeli</a:t>
          </a:r>
          <a:endParaRPr lang="en-US"/>
        </a:p>
      </dgm:t>
    </dgm:pt>
    <dgm:pt modelId="{8DC9C4EA-81AF-452A-A369-4A993764A4EC}" type="parTrans" cxnId="{929F849D-5316-476C-ADEE-2E041A0D4DA9}">
      <dgm:prSet/>
      <dgm:spPr/>
      <dgm:t>
        <a:bodyPr/>
        <a:lstStyle/>
        <a:p>
          <a:endParaRPr lang="en-US"/>
        </a:p>
      </dgm:t>
    </dgm:pt>
    <dgm:pt modelId="{C0F1F89A-FE79-4DD1-9DFB-DC300FCEBC19}" type="sibTrans" cxnId="{929F849D-5316-476C-ADEE-2E041A0D4DA9}">
      <dgm:prSet/>
      <dgm:spPr/>
      <dgm:t>
        <a:bodyPr/>
        <a:lstStyle/>
        <a:p>
          <a:endParaRPr lang="en-US"/>
        </a:p>
      </dgm:t>
    </dgm:pt>
    <dgm:pt modelId="{DBC659E7-2EAC-4460-8C50-4CDD8A4F47D0}">
      <dgm:prSet/>
      <dgm:spPr/>
      <dgm:t>
        <a:bodyPr/>
        <a:lstStyle/>
        <a:p>
          <a:r>
            <a:rPr lang="sr-Latn-RS"/>
            <a:t>Single-Master</a:t>
          </a:r>
          <a:endParaRPr lang="en-US"/>
        </a:p>
      </dgm:t>
    </dgm:pt>
    <dgm:pt modelId="{65198332-17DB-4B4F-94F0-7DA5EF350116}" type="parTrans" cxnId="{8C213688-E45A-4D34-94FE-C1D3034547EF}">
      <dgm:prSet/>
      <dgm:spPr/>
      <dgm:t>
        <a:bodyPr/>
        <a:lstStyle/>
        <a:p>
          <a:endParaRPr lang="en-US"/>
        </a:p>
      </dgm:t>
    </dgm:pt>
    <dgm:pt modelId="{16C0381F-FA3C-42D2-ABE3-0B01BC0F8A96}" type="sibTrans" cxnId="{8C213688-E45A-4D34-94FE-C1D3034547EF}">
      <dgm:prSet/>
      <dgm:spPr/>
      <dgm:t>
        <a:bodyPr/>
        <a:lstStyle/>
        <a:p>
          <a:endParaRPr lang="en-US"/>
        </a:p>
      </dgm:t>
    </dgm:pt>
    <dgm:pt modelId="{55ABC671-7F7F-4D09-8727-56087A34EF42}">
      <dgm:prSet/>
      <dgm:spPr/>
      <dgm:t>
        <a:bodyPr/>
        <a:lstStyle/>
        <a:p>
          <a:r>
            <a:rPr lang="sr-Latn-RS"/>
            <a:t>Multi-Master</a:t>
          </a:r>
          <a:endParaRPr lang="en-US"/>
        </a:p>
      </dgm:t>
    </dgm:pt>
    <dgm:pt modelId="{3B96C6BB-E511-4CBD-9C43-12069C90A9EC}" type="parTrans" cxnId="{AF999C07-8E0C-451C-89A0-B51FF24639FB}">
      <dgm:prSet/>
      <dgm:spPr/>
      <dgm:t>
        <a:bodyPr/>
        <a:lstStyle/>
        <a:p>
          <a:endParaRPr lang="en-US"/>
        </a:p>
      </dgm:t>
    </dgm:pt>
    <dgm:pt modelId="{A639A32C-7540-4230-8396-FAA4FC20E3EC}" type="sibTrans" cxnId="{AF999C07-8E0C-451C-89A0-B51FF24639FB}">
      <dgm:prSet/>
      <dgm:spPr/>
      <dgm:t>
        <a:bodyPr/>
        <a:lstStyle/>
        <a:p>
          <a:endParaRPr lang="en-US"/>
        </a:p>
      </dgm:t>
    </dgm:pt>
    <dgm:pt modelId="{A9D7287D-C469-4A3B-AFB7-7BCEAC0E5DFD}">
      <dgm:prSet/>
      <dgm:spPr/>
      <dgm:t>
        <a:bodyPr/>
        <a:lstStyle/>
        <a:p>
          <a:r>
            <a:rPr lang="sr-Latn-RS"/>
            <a:t>Klase</a:t>
          </a:r>
          <a:endParaRPr lang="en-US"/>
        </a:p>
      </dgm:t>
    </dgm:pt>
    <dgm:pt modelId="{9554FAE9-967E-42FD-AFF4-7335A15BFEDB}" type="parTrans" cxnId="{BC0A9142-B803-4E2F-BF0E-BAB80B616ECF}">
      <dgm:prSet/>
      <dgm:spPr/>
      <dgm:t>
        <a:bodyPr/>
        <a:lstStyle/>
        <a:p>
          <a:endParaRPr lang="en-US"/>
        </a:p>
      </dgm:t>
    </dgm:pt>
    <dgm:pt modelId="{54004924-296B-492E-ABB0-C2181621BE4C}" type="sibTrans" cxnId="{BC0A9142-B803-4E2F-BF0E-BAB80B616ECF}">
      <dgm:prSet/>
      <dgm:spPr/>
      <dgm:t>
        <a:bodyPr/>
        <a:lstStyle/>
        <a:p>
          <a:endParaRPr lang="en-US"/>
        </a:p>
      </dgm:t>
    </dgm:pt>
    <dgm:pt modelId="{36457D01-9C12-4691-873E-0612454A22B5}">
      <dgm:prSet/>
      <dgm:spPr/>
      <dgm:t>
        <a:bodyPr/>
        <a:lstStyle/>
        <a:p>
          <a:r>
            <a:rPr lang="sr-Latn-RS"/>
            <a:t>Jednosmerna</a:t>
          </a:r>
          <a:endParaRPr lang="en-US"/>
        </a:p>
      </dgm:t>
    </dgm:pt>
    <dgm:pt modelId="{02D54438-B5D1-4B30-9B63-40710890A36A}" type="parTrans" cxnId="{AB245951-5978-4B87-9E50-AB1FBA21D645}">
      <dgm:prSet/>
      <dgm:spPr/>
      <dgm:t>
        <a:bodyPr/>
        <a:lstStyle/>
        <a:p>
          <a:endParaRPr lang="en-US"/>
        </a:p>
      </dgm:t>
    </dgm:pt>
    <dgm:pt modelId="{4B7EB72F-9C82-47BD-9127-AD9AE258A62A}" type="sibTrans" cxnId="{AB245951-5978-4B87-9E50-AB1FBA21D645}">
      <dgm:prSet/>
      <dgm:spPr/>
      <dgm:t>
        <a:bodyPr/>
        <a:lstStyle/>
        <a:p>
          <a:endParaRPr lang="en-US"/>
        </a:p>
      </dgm:t>
    </dgm:pt>
    <dgm:pt modelId="{7C10843C-8874-4071-9976-C557028E0D76}">
      <dgm:prSet/>
      <dgm:spPr/>
      <dgm:t>
        <a:bodyPr/>
        <a:lstStyle/>
        <a:p>
          <a:r>
            <a:rPr lang="sr-Latn-RS"/>
            <a:t>Dvosmerna</a:t>
          </a:r>
          <a:endParaRPr lang="en-US"/>
        </a:p>
      </dgm:t>
    </dgm:pt>
    <dgm:pt modelId="{17F43C7B-814E-4A1B-ABCE-6057DBC3117F}" type="parTrans" cxnId="{531FFD6D-78C7-455D-9125-7C72715105E5}">
      <dgm:prSet/>
      <dgm:spPr/>
      <dgm:t>
        <a:bodyPr/>
        <a:lstStyle/>
        <a:p>
          <a:endParaRPr lang="en-US"/>
        </a:p>
      </dgm:t>
    </dgm:pt>
    <dgm:pt modelId="{26B3A28D-62B8-40B4-870F-4ADC8A18157E}" type="sibTrans" cxnId="{531FFD6D-78C7-455D-9125-7C72715105E5}">
      <dgm:prSet/>
      <dgm:spPr/>
      <dgm:t>
        <a:bodyPr/>
        <a:lstStyle/>
        <a:p>
          <a:endParaRPr lang="en-US"/>
        </a:p>
      </dgm:t>
    </dgm:pt>
    <dgm:pt modelId="{B7B201B3-155B-4811-BD02-4876CE7F54E7}">
      <dgm:prSet/>
      <dgm:spPr/>
      <dgm:t>
        <a:bodyPr/>
        <a:lstStyle/>
        <a:p>
          <a:r>
            <a:rPr lang="sr-Latn-RS"/>
            <a:t>Modovi</a:t>
          </a:r>
          <a:endParaRPr lang="en-US"/>
        </a:p>
      </dgm:t>
    </dgm:pt>
    <dgm:pt modelId="{46DA0ACA-C5B9-4791-98F7-F091FBFE6BDA}" type="parTrans" cxnId="{64C45368-3960-4739-BCB1-1D180FA9AAEA}">
      <dgm:prSet/>
      <dgm:spPr/>
      <dgm:t>
        <a:bodyPr/>
        <a:lstStyle/>
        <a:p>
          <a:endParaRPr lang="en-US"/>
        </a:p>
      </dgm:t>
    </dgm:pt>
    <dgm:pt modelId="{E3C84EF2-67F4-40C0-BA01-2B2432147A64}" type="sibTrans" cxnId="{64C45368-3960-4739-BCB1-1D180FA9AAEA}">
      <dgm:prSet/>
      <dgm:spPr/>
      <dgm:t>
        <a:bodyPr/>
        <a:lstStyle/>
        <a:p>
          <a:endParaRPr lang="en-US"/>
        </a:p>
      </dgm:t>
    </dgm:pt>
    <dgm:pt modelId="{3B2BC1C1-0B3B-4EB9-A76E-C1149DBA5535}">
      <dgm:prSet/>
      <dgm:spPr/>
      <dgm:t>
        <a:bodyPr/>
        <a:lstStyle/>
        <a:p>
          <a:r>
            <a:rPr lang="sr-Latn-RS"/>
            <a:t>Asinhroni</a:t>
          </a:r>
          <a:endParaRPr lang="en-US"/>
        </a:p>
      </dgm:t>
    </dgm:pt>
    <dgm:pt modelId="{862A8DCC-15B8-4D56-94B8-6CB285B79375}" type="parTrans" cxnId="{5092CEB7-D464-4D51-A2E5-61600E69E486}">
      <dgm:prSet/>
      <dgm:spPr/>
      <dgm:t>
        <a:bodyPr/>
        <a:lstStyle/>
        <a:p>
          <a:endParaRPr lang="en-US"/>
        </a:p>
      </dgm:t>
    </dgm:pt>
    <dgm:pt modelId="{EA2BB487-1976-4668-A82F-B06876D8CF05}" type="sibTrans" cxnId="{5092CEB7-D464-4D51-A2E5-61600E69E486}">
      <dgm:prSet/>
      <dgm:spPr/>
      <dgm:t>
        <a:bodyPr/>
        <a:lstStyle/>
        <a:p>
          <a:endParaRPr lang="en-US"/>
        </a:p>
      </dgm:t>
    </dgm:pt>
    <dgm:pt modelId="{A0262D87-5672-4F39-9EDA-444BFF6B1349}">
      <dgm:prSet/>
      <dgm:spPr/>
      <dgm:t>
        <a:bodyPr/>
        <a:lstStyle/>
        <a:p>
          <a:r>
            <a:rPr lang="sr-Latn-RS"/>
            <a:t>Sinhroni</a:t>
          </a:r>
          <a:endParaRPr lang="en-US"/>
        </a:p>
      </dgm:t>
    </dgm:pt>
    <dgm:pt modelId="{C4DC1C2D-D616-4544-B708-092BFE87456E}" type="parTrans" cxnId="{239CAECB-9BE8-4085-91E4-4A8B03009F4D}">
      <dgm:prSet/>
      <dgm:spPr/>
      <dgm:t>
        <a:bodyPr/>
        <a:lstStyle/>
        <a:p>
          <a:endParaRPr lang="en-US"/>
        </a:p>
      </dgm:t>
    </dgm:pt>
    <dgm:pt modelId="{EE333BCE-0427-4CF9-9F38-152799B3FE3F}" type="sibTrans" cxnId="{239CAECB-9BE8-4085-91E4-4A8B03009F4D}">
      <dgm:prSet/>
      <dgm:spPr/>
      <dgm:t>
        <a:bodyPr/>
        <a:lstStyle/>
        <a:p>
          <a:endParaRPr lang="en-US"/>
        </a:p>
      </dgm:t>
    </dgm:pt>
    <dgm:pt modelId="{E40E2A8D-B944-42B3-AFE4-423A9E3431DE}">
      <dgm:prSet/>
      <dgm:spPr/>
      <dgm:t>
        <a:bodyPr/>
        <a:lstStyle/>
        <a:p>
          <a:r>
            <a:rPr lang="sr-Latn-RS"/>
            <a:t>Tipovi</a:t>
          </a:r>
          <a:endParaRPr lang="en-US"/>
        </a:p>
      </dgm:t>
    </dgm:pt>
    <dgm:pt modelId="{E9F60A76-A50C-43B5-845F-5EBEF51B6423}" type="parTrans" cxnId="{A8516910-AC16-4DB4-B41E-BE269747B22C}">
      <dgm:prSet/>
      <dgm:spPr/>
      <dgm:t>
        <a:bodyPr/>
        <a:lstStyle/>
        <a:p>
          <a:endParaRPr lang="en-US"/>
        </a:p>
      </dgm:t>
    </dgm:pt>
    <dgm:pt modelId="{70C2503E-4684-48B4-83FC-0D84A2BC0E44}" type="sibTrans" cxnId="{A8516910-AC16-4DB4-B41E-BE269747B22C}">
      <dgm:prSet/>
      <dgm:spPr/>
      <dgm:t>
        <a:bodyPr/>
        <a:lstStyle/>
        <a:p>
          <a:endParaRPr lang="en-US"/>
        </a:p>
      </dgm:t>
    </dgm:pt>
    <dgm:pt modelId="{4123DDEF-8233-4EDB-8771-AC7AFBD756CF}">
      <dgm:prSet/>
      <dgm:spPr/>
      <dgm:t>
        <a:bodyPr/>
        <a:lstStyle/>
        <a:p>
          <a:r>
            <a:rPr lang="sr-Latn-RS"/>
            <a:t>Fizička</a:t>
          </a:r>
          <a:endParaRPr lang="en-US"/>
        </a:p>
      </dgm:t>
    </dgm:pt>
    <dgm:pt modelId="{3D506858-FE98-4C8B-B323-22C27EF5C8F6}" type="parTrans" cxnId="{6BAC9603-CD52-4C8E-A31D-975984C7EB81}">
      <dgm:prSet/>
      <dgm:spPr/>
      <dgm:t>
        <a:bodyPr/>
        <a:lstStyle/>
        <a:p>
          <a:endParaRPr lang="en-US"/>
        </a:p>
      </dgm:t>
    </dgm:pt>
    <dgm:pt modelId="{B0626480-0538-40A9-ACF9-00C63441B936}" type="sibTrans" cxnId="{6BAC9603-CD52-4C8E-A31D-975984C7EB81}">
      <dgm:prSet/>
      <dgm:spPr/>
      <dgm:t>
        <a:bodyPr/>
        <a:lstStyle/>
        <a:p>
          <a:endParaRPr lang="en-US"/>
        </a:p>
      </dgm:t>
    </dgm:pt>
    <dgm:pt modelId="{CBB411AB-BDB2-4293-8EC7-ED315AC960CE}">
      <dgm:prSet/>
      <dgm:spPr/>
      <dgm:t>
        <a:bodyPr/>
        <a:lstStyle/>
        <a:p>
          <a:r>
            <a:rPr lang="sr-Latn-RS"/>
            <a:t>Logička</a:t>
          </a:r>
          <a:endParaRPr lang="en-US"/>
        </a:p>
      </dgm:t>
    </dgm:pt>
    <dgm:pt modelId="{65D861B8-5518-4A6A-A6C6-C76E166F1E8F}" type="parTrans" cxnId="{8D6155D9-BE45-43AB-A4A0-466633878144}">
      <dgm:prSet/>
      <dgm:spPr/>
      <dgm:t>
        <a:bodyPr/>
        <a:lstStyle/>
        <a:p>
          <a:endParaRPr lang="en-US"/>
        </a:p>
      </dgm:t>
    </dgm:pt>
    <dgm:pt modelId="{7D059D44-A6D5-4122-A5DC-9BD8F57952F3}" type="sibTrans" cxnId="{8D6155D9-BE45-43AB-A4A0-466633878144}">
      <dgm:prSet/>
      <dgm:spPr/>
      <dgm:t>
        <a:bodyPr/>
        <a:lstStyle/>
        <a:p>
          <a:endParaRPr lang="en-US"/>
        </a:p>
      </dgm:t>
    </dgm:pt>
    <dgm:pt modelId="{4AAB543E-0BD1-4CD9-8D10-AA077D6DEB93}" type="pres">
      <dgm:prSet presAssocID="{24D8FBC0-9FF5-4486-9A2B-F1D07E757784}" presName="Name0" presStyleCnt="0">
        <dgm:presLayoutVars>
          <dgm:dir/>
          <dgm:animLvl val="lvl"/>
          <dgm:resizeHandles val="exact"/>
        </dgm:presLayoutVars>
      </dgm:prSet>
      <dgm:spPr/>
    </dgm:pt>
    <dgm:pt modelId="{5C5BD1D7-6E04-45B0-9C88-18B887033598}" type="pres">
      <dgm:prSet presAssocID="{5964CE94-6405-4385-9C14-71B13AEA6A33}" presName="composite" presStyleCnt="0"/>
      <dgm:spPr/>
    </dgm:pt>
    <dgm:pt modelId="{1684B0A9-15BD-4AB3-B2BF-1A79985C82E5}" type="pres">
      <dgm:prSet presAssocID="{5964CE94-6405-4385-9C14-71B13AEA6A33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1E4C986B-E9BB-4C87-9ABD-727BA74F7781}" type="pres">
      <dgm:prSet presAssocID="{5964CE94-6405-4385-9C14-71B13AEA6A33}" presName="desTx" presStyleLbl="alignAccFollowNode1" presStyleIdx="0" presStyleCnt="4">
        <dgm:presLayoutVars>
          <dgm:bulletEnabled val="1"/>
        </dgm:presLayoutVars>
      </dgm:prSet>
      <dgm:spPr/>
    </dgm:pt>
    <dgm:pt modelId="{5A3C5E14-C846-464D-A658-BA663569E2B9}" type="pres">
      <dgm:prSet presAssocID="{C0F1F89A-FE79-4DD1-9DFB-DC300FCEBC19}" presName="space" presStyleCnt="0"/>
      <dgm:spPr/>
    </dgm:pt>
    <dgm:pt modelId="{0BB82430-03A1-4C19-862F-4CA0A9A2CE50}" type="pres">
      <dgm:prSet presAssocID="{A9D7287D-C469-4A3B-AFB7-7BCEAC0E5DFD}" presName="composite" presStyleCnt="0"/>
      <dgm:spPr/>
    </dgm:pt>
    <dgm:pt modelId="{FF38DF91-4439-47D5-96F9-894B83F1203A}" type="pres">
      <dgm:prSet presAssocID="{A9D7287D-C469-4A3B-AFB7-7BCEAC0E5DFD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BA299C9-F731-435F-BE04-7B973B202F3E}" type="pres">
      <dgm:prSet presAssocID="{A9D7287D-C469-4A3B-AFB7-7BCEAC0E5DFD}" presName="desTx" presStyleLbl="alignAccFollowNode1" presStyleIdx="1" presStyleCnt="4">
        <dgm:presLayoutVars>
          <dgm:bulletEnabled val="1"/>
        </dgm:presLayoutVars>
      </dgm:prSet>
      <dgm:spPr/>
    </dgm:pt>
    <dgm:pt modelId="{B6C61FC8-EB9B-418C-88B0-51F45BD8EAF6}" type="pres">
      <dgm:prSet presAssocID="{54004924-296B-492E-ABB0-C2181621BE4C}" presName="space" presStyleCnt="0"/>
      <dgm:spPr/>
    </dgm:pt>
    <dgm:pt modelId="{620EC3AC-83E6-4A33-A5F9-A1F888E8C848}" type="pres">
      <dgm:prSet presAssocID="{B7B201B3-155B-4811-BD02-4876CE7F54E7}" presName="composite" presStyleCnt="0"/>
      <dgm:spPr/>
    </dgm:pt>
    <dgm:pt modelId="{42BD3087-6F54-4044-8D58-7C7748206F34}" type="pres">
      <dgm:prSet presAssocID="{B7B201B3-155B-4811-BD02-4876CE7F54E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645E801-1E65-4A5E-B685-0FFE72AA9D38}" type="pres">
      <dgm:prSet presAssocID="{B7B201B3-155B-4811-BD02-4876CE7F54E7}" presName="desTx" presStyleLbl="alignAccFollowNode1" presStyleIdx="2" presStyleCnt="4">
        <dgm:presLayoutVars>
          <dgm:bulletEnabled val="1"/>
        </dgm:presLayoutVars>
      </dgm:prSet>
      <dgm:spPr/>
    </dgm:pt>
    <dgm:pt modelId="{B2BF4FAA-D545-412B-ADA4-AFF41A7BF401}" type="pres">
      <dgm:prSet presAssocID="{E3C84EF2-67F4-40C0-BA01-2B2432147A64}" presName="space" presStyleCnt="0"/>
      <dgm:spPr/>
    </dgm:pt>
    <dgm:pt modelId="{D3D159F8-347B-4FA6-821D-A6284F35086A}" type="pres">
      <dgm:prSet presAssocID="{E40E2A8D-B944-42B3-AFE4-423A9E3431DE}" presName="composite" presStyleCnt="0"/>
      <dgm:spPr/>
    </dgm:pt>
    <dgm:pt modelId="{56AA3D88-68A5-4842-A709-B44F3E636E4F}" type="pres">
      <dgm:prSet presAssocID="{E40E2A8D-B944-42B3-AFE4-423A9E3431DE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B941AF4-491C-47D3-BA3A-94B1FD7EEE9A}" type="pres">
      <dgm:prSet presAssocID="{E40E2A8D-B944-42B3-AFE4-423A9E3431DE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6BAC9603-CD52-4C8E-A31D-975984C7EB81}" srcId="{E40E2A8D-B944-42B3-AFE4-423A9E3431DE}" destId="{4123DDEF-8233-4EDB-8771-AC7AFBD756CF}" srcOrd="0" destOrd="0" parTransId="{3D506858-FE98-4C8B-B323-22C27EF5C8F6}" sibTransId="{B0626480-0538-40A9-ACF9-00C63441B936}"/>
    <dgm:cxn modelId="{AF999C07-8E0C-451C-89A0-B51FF24639FB}" srcId="{5964CE94-6405-4385-9C14-71B13AEA6A33}" destId="{55ABC671-7F7F-4D09-8727-56087A34EF42}" srcOrd="1" destOrd="0" parTransId="{3B96C6BB-E511-4CBD-9C43-12069C90A9EC}" sibTransId="{A639A32C-7540-4230-8396-FAA4FC20E3EC}"/>
    <dgm:cxn modelId="{D19F470E-19FC-4CFB-91BB-A68B3B9F3C05}" type="presOf" srcId="{CBB411AB-BDB2-4293-8EC7-ED315AC960CE}" destId="{7B941AF4-491C-47D3-BA3A-94B1FD7EEE9A}" srcOrd="0" destOrd="1" presId="urn:microsoft.com/office/officeart/2005/8/layout/hList1"/>
    <dgm:cxn modelId="{A8516910-AC16-4DB4-B41E-BE269747B22C}" srcId="{24D8FBC0-9FF5-4486-9A2B-F1D07E757784}" destId="{E40E2A8D-B944-42B3-AFE4-423A9E3431DE}" srcOrd="3" destOrd="0" parTransId="{E9F60A76-A50C-43B5-845F-5EBEF51B6423}" sibTransId="{70C2503E-4684-48B4-83FC-0D84A2BC0E44}"/>
    <dgm:cxn modelId="{D2FCF319-2D76-4CA3-9C11-CD42F7F5288F}" type="presOf" srcId="{36457D01-9C12-4691-873E-0612454A22B5}" destId="{ABA299C9-F731-435F-BE04-7B973B202F3E}" srcOrd="0" destOrd="0" presId="urn:microsoft.com/office/officeart/2005/8/layout/hList1"/>
    <dgm:cxn modelId="{BC0A9142-B803-4E2F-BF0E-BAB80B616ECF}" srcId="{24D8FBC0-9FF5-4486-9A2B-F1D07E757784}" destId="{A9D7287D-C469-4A3B-AFB7-7BCEAC0E5DFD}" srcOrd="1" destOrd="0" parTransId="{9554FAE9-967E-42FD-AFF4-7335A15BFEDB}" sibTransId="{54004924-296B-492E-ABB0-C2181621BE4C}"/>
    <dgm:cxn modelId="{64C45368-3960-4739-BCB1-1D180FA9AAEA}" srcId="{24D8FBC0-9FF5-4486-9A2B-F1D07E757784}" destId="{B7B201B3-155B-4811-BD02-4876CE7F54E7}" srcOrd="2" destOrd="0" parTransId="{46DA0ACA-C5B9-4791-98F7-F091FBFE6BDA}" sibTransId="{E3C84EF2-67F4-40C0-BA01-2B2432147A64}"/>
    <dgm:cxn modelId="{531FFD6D-78C7-455D-9125-7C72715105E5}" srcId="{A9D7287D-C469-4A3B-AFB7-7BCEAC0E5DFD}" destId="{7C10843C-8874-4071-9976-C557028E0D76}" srcOrd="1" destOrd="0" parTransId="{17F43C7B-814E-4A1B-ABCE-6057DBC3117F}" sibTransId="{26B3A28D-62B8-40B4-870F-4ADC8A18157E}"/>
    <dgm:cxn modelId="{090CBA6E-94A2-4F69-AE83-ABB1977EA226}" type="presOf" srcId="{24D8FBC0-9FF5-4486-9A2B-F1D07E757784}" destId="{4AAB543E-0BD1-4CD9-8D10-AA077D6DEB93}" srcOrd="0" destOrd="0" presId="urn:microsoft.com/office/officeart/2005/8/layout/hList1"/>
    <dgm:cxn modelId="{AB245951-5978-4B87-9E50-AB1FBA21D645}" srcId="{A9D7287D-C469-4A3B-AFB7-7BCEAC0E5DFD}" destId="{36457D01-9C12-4691-873E-0612454A22B5}" srcOrd="0" destOrd="0" parTransId="{02D54438-B5D1-4B30-9B63-40710890A36A}" sibTransId="{4B7EB72F-9C82-47BD-9127-AD9AE258A62A}"/>
    <dgm:cxn modelId="{8C213688-E45A-4D34-94FE-C1D3034547EF}" srcId="{5964CE94-6405-4385-9C14-71B13AEA6A33}" destId="{DBC659E7-2EAC-4460-8C50-4CDD8A4F47D0}" srcOrd="0" destOrd="0" parTransId="{65198332-17DB-4B4F-94F0-7DA5EF350116}" sibTransId="{16C0381F-FA3C-42D2-ABE3-0B01BC0F8A96}"/>
    <dgm:cxn modelId="{929F849D-5316-476C-ADEE-2E041A0D4DA9}" srcId="{24D8FBC0-9FF5-4486-9A2B-F1D07E757784}" destId="{5964CE94-6405-4385-9C14-71B13AEA6A33}" srcOrd="0" destOrd="0" parTransId="{8DC9C4EA-81AF-452A-A369-4A993764A4EC}" sibTransId="{C0F1F89A-FE79-4DD1-9DFB-DC300FCEBC19}"/>
    <dgm:cxn modelId="{9653CA9D-CDA3-4E26-82BF-FAA65C036D07}" type="presOf" srcId="{A9D7287D-C469-4A3B-AFB7-7BCEAC0E5DFD}" destId="{FF38DF91-4439-47D5-96F9-894B83F1203A}" srcOrd="0" destOrd="0" presId="urn:microsoft.com/office/officeart/2005/8/layout/hList1"/>
    <dgm:cxn modelId="{9FAF54A9-65EB-45DF-977C-C5AB983A19C6}" type="presOf" srcId="{DBC659E7-2EAC-4460-8C50-4CDD8A4F47D0}" destId="{1E4C986B-E9BB-4C87-9ABD-727BA74F7781}" srcOrd="0" destOrd="0" presId="urn:microsoft.com/office/officeart/2005/8/layout/hList1"/>
    <dgm:cxn modelId="{087B9CAE-BD8F-4B9E-BEEC-83790DBC546C}" type="presOf" srcId="{B7B201B3-155B-4811-BD02-4876CE7F54E7}" destId="{42BD3087-6F54-4044-8D58-7C7748206F34}" srcOrd="0" destOrd="0" presId="urn:microsoft.com/office/officeart/2005/8/layout/hList1"/>
    <dgm:cxn modelId="{166A0AB0-54C1-41F9-AF3D-E27B6DFE1ACC}" type="presOf" srcId="{5964CE94-6405-4385-9C14-71B13AEA6A33}" destId="{1684B0A9-15BD-4AB3-B2BF-1A79985C82E5}" srcOrd="0" destOrd="0" presId="urn:microsoft.com/office/officeart/2005/8/layout/hList1"/>
    <dgm:cxn modelId="{5092CEB7-D464-4D51-A2E5-61600E69E486}" srcId="{B7B201B3-155B-4811-BD02-4876CE7F54E7}" destId="{3B2BC1C1-0B3B-4EB9-A76E-C1149DBA5535}" srcOrd="0" destOrd="0" parTransId="{862A8DCC-15B8-4D56-94B8-6CB285B79375}" sibTransId="{EA2BB487-1976-4668-A82F-B06876D8CF05}"/>
    <dgm:cxn modelId="{A3F2FDB8-D35E-4231-9C4D-7AE6D5EC9137}" type="presOf" srcId="{3B2BC1C1-0B3B-4EB9-A76E-C1149DBA5535}" destId="{8645E801-1E65-4A5E-B685-0FFE72AA9D38}" srcOrd="0" destOrd="0" presId="urn:microsoft.com/office/officeart/2005/8/layout/hList1"/>
    <dgm:cxn modelId="{8B7AE1BA-182D-4272-A92C-4F72EFFFFB7F}" type="presOf" srcId="{55ABC671-7F7F-4D09-8727-56087A34EF42}" destId="{1E4C986B-E9BB-4C87-9ABD-727BA74F7781}" srcOrd="0" destOrd="1" presId="urn:microsoft.com/office/officeart/2005/8/layout/hList1"/>
    <dgm:cxn modelId="{BF47DFCA-281C-4469-8AF9-F5E48F964C5C}" type="presOf" srcId="{7C10843C-8874-4071-9976-C557028E0D76}" destId="{ABA299C9-F731-435F-BE04-7B973B202F3E}" srcOrd="0" destOrd="1" presId="urn:microsoft.com/office/officeart/2005/8/layout/hList1"/>
    <dgm:cxn modelId="{239CAECB-9BE8-4085-91E4-4A8B03009F4D}" srcId="{B7B201B3-155B-4811-BD02-4876CE7F54E7}" destId="{A0262D87-5672-4F39-9EDA-444BFF6B1349}" srcOrd="1" destOrd="0" parTransId="{C4DC1C2D-D616-4544-B708-092BFE87456E}" sibTransId="{EE333BCE-0427-4CF9-9F38-152799B3FE3F}"/>
    <dgm:cxn modelId="{8D6155D9-BE45-43AB-A4A0-466633878144}" srcId="{E40E2A8D-B944-42B3-AFE4-423A9E3431DE}" destId="{CBB411AB-BDB2-4293-8EC7-ED315AC960CE}" srcOrd="1" destOrd="0" parTransId="{65D861B8-5518-4A6A-A6C6-C76E166F1E8F}" sibTransId="{7D059D44-A6D5-4122-A5DC-9BD8F57952F3}"/>
    <dgm:cxn modelId="{CE9A9FEA-452A-4519-A50B-7FD2B786D942}" type="presOf" srcId="{E40E2A8D-B944-42B3-AFE4-423A9E3431DE}" destId="{56AA3D88-68A5-4842-A709-B44F3E636E4F}" srcOrd="0" destOrd="0" presId="urn:microsoft.com/office/officeart/2005/8/layout/hList1"/>
    <dgm:cxn modelId="{7A4B80F8-FD16-4ABF-AFE4-2C3447EC2A3E}" type="presOf" srcId="{4123DDEF-8233-4EDB-8771-AC7AFBD756CF}" destId="{7B941AF4-491C-47D3-BA3A-94B1FD7EEE9A}" srcOrd="0" destOrd="0" presId="urn:microsoft.com/office/officeart/2005/8/layout/hList1"/>
    <dgm:cxn modelId="{050E4CFD-ADA8-480E-A89D-F376DCC61842}" type="presOf" srcId="{A0262D87-5672-4F39-9EDA-444BFF6B1349}" destId="{8645E801-1E65-4A5E-B685-0FFE72AA9D38}" srcOrd="0" destOrd="1" presId="urn:microsoft.com/office/officeart/2005/8/layout/hList1"/>
    <dgm:cxn modelId="{FE2471BE-A366-4797-8432-BD4DB0A98942}" type="presParOf" srcId="{4AAB543E-0BD1-4CD9-8D10-AA077D6DEB93}" destId="{5C5BD1D7-6E04-45B0-9C88-18B887033598}" srcOrd="0" destOrd="0" presId="urn:microsoft.com/office/officeart/2005/8/layout/hList1"/>
    <dgm:cxn modelId="{10AB0A74-03F6-4815-B94F-87AFB96912EA}" type="presParOf" srcId="{5C5BD1D7-6E04-45B0-9C88-18B887033598}" destId="{1684B0A9-15BD-4AB3-B2BF-1A79985C82E5}" srcOrd="0" destOrd="0" presId="urn:microsoft.com/office/officeart/2005/8/layout/hList1"/>
    <dgm:cxn modelId="{BF24D525-EB26-41BF-911D-4F013F002939}" type="presParOf" srcId="{5C5BD1D7-6E04-45B0-9C88-18B887033598}" destId="{1E4C986B-E9BB-4C87-9ABD-727BA74F7781}" srcOrd="1" destOrd="0" presId="urn:microsoft.com/office/officeart/2005/8/layout/hList1"/>
    <dgm:cxn modelId="{9B76377B-4CF9-47F7-B7C8-78F6BAA25638}" type="presParOf" srcId="{4AAB543E-0BD1-4CD9-8D10-AA077D6DEB93}" destId="{5A3C5E14-C846-464D-A658-BA663569E2B9}" srcOrd="1" destOrd="0" presId="urn:microsoft.com/office/officeart/2005/8/layout/hList1"/>
    <dgm:cxn modelId="{AE61A210-4C86-447B-B54B-CFFA44E5B6E8}" type="presParOf" srcId="{4AAB543E-0BD1-4CD9-8D10-AA077D6DEB93}" destId="{0BB82430-03A1-4C19-862F-4CA0A9A2CE50}" srcOrd="2" destOrd="0" presId="urn:microsoft.com/office/officeart/2005/8/layout/hList1"/>
    <dgm:cxn modelId="{988727CC-6841-4F92-AA09-48ED3DCEAB1D}" type="presParOf" srcId="{0BB82430-03A1-4C19-862F-4CA0A9A2CE50}" destId="{FF38DF91-4439-47D5-96F9-894B83F1203A}" srcOrd="0" destOrd="0" presId="urn:microsoft.com/office/officeart/2005/8/layout/hList1"/>
    <dgm:cxn modelId="{BA38C1A9-8941-4A38-A00A-B9B75A940C47}" type="presParOf" srcId="{0BB82430-03A1-4C19-862F-4CA0A9A2CE50}" destId="{ABA299C9-F731-435F-BE04-7B973B202F3E}" srcOrd="1" destOrd="0" presId="urn:microsoft.com/office/officeart/2005/8/layout/hList1"/>
    <dgm:cxn modelId="{D9F45244-7ED7-4FFC-9F24-633EB36F55C5}" type="presParOf" srcId="{4AAB543E-0BD1-4CD9-8D10-AA077D6DEB93}" destId="{B6C61FC8-EB9B-418C-88B0-51F45BD8EAF6}" srcOrd="3" destOrd="0" presId="urn:microsoft.com/office/officeart/2005/8/layout/hList1"/>
    <dgm:cxn modelId="{7A9C48F2-5D8D-4C78-B974-3B749E20DD21}" type="presParOf" srcId="{4AAB543E-0BD1-4CD9-8D10-AA077D6DEB93}" destId="{620EC3AC-83E6-4A33-A5F9-A1F888E8C848}" srcOrd="4" destOrd="0" presId="urn:microsoft.com/office/officeart/2005/8/layout/hList1"/>
    <dgm:cxn modelId="{EFEFC025-ADD9-4A1F-8530-A9A589A74EE4}" type="presParOf" srcId="{620EC3AC-83E6-4A33-A5F9-A1F888E8C848}" destId="{42BD3087-6F54-4044-8D58-7C7748206F34}" srcOrd="0" destOrd="0" presId="urn:microsoft.com/office/officeart/2005/8/layout/hList1"/>
    <dgm:cxn modelId="{397E849C-8B65-43C3-9CC2-47ABC95E0290}" type="presParOf" srcId="{620EC3AC-83E6-4A33-A5F9-A1F888E8C848}" destId="{8645E801-1E65-4A5E-B685-0FFE72AA9D38}" srcOrd="1" destOrd="0" presId="urn:microsoft.com/office/officeart/2005/8/layout/hList1"/>
    <dgm:cxn modelId="{7947F688-DC73-4864-82C9-4A73D16D1B7D}" type="presParOf" srcId="{4AAB543E-0BD1-4CD9-8D10-AA077D6DEB93}" destId="{B2BF4FAA-D545-412B-ADA4-AFF41A7BF401}" srcOrd="5" destOrd="0" presId="urn:microsoft.com/office/officeart/2005/8/layout/hList1"/>
    <dgm:cxn modelId="{AC62FEDC-16DF-4E12-9922-3F90DE520064}" type="presParOf" srcId="{4AAB543E-0BD1-4CD9-8D10-AA077D6DEB93}" destId="{D3D159F8-347B-4FA6-821D-A6284F35086A}" srcOrd="6" destOrd="0" presId="urn:microsoft.com/office/officeart/2005/8/layout/hList1"/>
    <dgm:cxn modelId="{DAC02C47-F0F6-4553-B702-E63D88E29E89}" type="presParOf" srcId="{D3D159F8-347B-4FA6-821D-A6284F35086A}" destId="{56AA3D88-68A5-4842-A709-B44F3E636E4F}" srcOrd="0" destOrd="0" presId="urn:microsoft.com/office/officeart/2005/8/layout/hList1"/>
    <dgm:cxn modelId="{69E8EF23-C83A-438D-8026-7B473EEAE7CE}" type="presParOf" srcId="{D3D159F8-347B-4FA6-821D-A6284F35086A}" destId="{7B941AF4-491C-47D3-BA3A-94B1FD7EEE9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D717BC-6384-469C-8936-10CE4E9B567B}">
      <dsp:nvSpPr>
        <dsp:cNvPr id="0" name=""/>
        <dsp:cNvSpPr/>
      </dsp:nvSpPr>
      <dsp:spPr>
        <a:xfrm>
          <a:off x="0" y="572359"/>
          <a:ext cx="5607050" cy="865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700" kern="1200"/>
            <a:t>Tolerancija na greške</a:t>
          </a:r>
          <a:endParaRPr lang="en-US" sz="3700" kern="1200"/>
        </a:p>
      </dsp:txBody>
      <dsp:txXfrm>
        <a:off x="42265" y="614624"/>
        <a:ext cx="5522520" cy="781270"/>
      </dsp:txXfrm>
    </dsp:sp>
    <dsp:sp modelId="{99B82E86-3D3A-4D27-8FE6-23D15DC956D1}">
      <dsp:nvSpPr>
        <dsp:cNvPr id="0" name=""/>
        <dsp:cNvSpPr/>
      </dsp:nvSpPr>
      <dsp:spPr>
        <a:xfrm>
          <a:off x="0" y="1544719"/>
          <a:ext cx="5607050" cy="865800"/>
        </a:xfrm>
        <a:prstGeom prst="roundRect">
          <a:avLst/>
        </a:prstGeom>
        <a:gradFill rotWithShape="0">
          <a:gsLst>
            <a:gs pos="0">
              <a:schemeClr val="accent2">
                <a:hueOff val="-3450629"/>
                <a:satOff val="15286"/>
                <a:lumOff val="-5621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3450629"/>
                <a:satOff val="15286"/>
                <a:lumOff val="-5621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3450629"/>
                <a:satOff val="15286"/>
                <a:lumOff val="-5621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700" kern="1200"/>
            <a:t>Prilikom migracije podataka</a:t>
          </a:r>
          <a:endParaRPr lang="en-US" sz="3700" kern="1200"/>
        </a:p>
      </dsp:txBody>
      <dsp:txXfrm>
        <a:off x="42265" y="1586984"/>
        <a:ext cx="5522520" cy="781270"/>
      </dsp:txXfrm>
    </dsp:sp>
    <dsp:sp modelId="{618BA00F-E7DC-47DD-95F0-A79EC6D24657}">
      <dsp:nvSpPr>
        <dsp:cNvPr id="0" name=""/>
        <dsp:cNvSpPr/>
      </dsp:nvSpPr>
      <dsp:spPr>
        <a:xfrm>
          <a:off x="0" y="2517080"/>
          <a:ext cx="5607050" cy="865800"/>
        </a:xfrm>
        <a:prstGeom prst="roundRect">
          <a:avLst/>
        </a:prstGeom>
        <a:gradFill rotWithShape="0">
          <a:gsLst>
            <a:gs pos="0">
              <a:schemeClr val="accent2">
                <a:hueOff val="-6901259"/>
                <a:satOff val="30573"/>
                <a:lumOff val="-11243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6901259"/>
                <a:satOff val="30573"/>
                <a:lumOff val="-11243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6901259"/>
                <a:satOff val="30573"/>
                <a:lumOff val="-11243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700" kern="1200"/>
            <a:t>Brža evaluacija upita</a:t>
          </a:r>
          <a:endParaRPr lang="en-US" sz="3700" kern="1200"/>
        </a:p>
      </dsp:txBody>
      <dsp:txXfrm>
        <a:off x="42265" y="2559345"/>
        <a:ext cx="5522520" cy="781270"/>
      </dsp:txXfrm>
    </dsp:sp>
    <dsp:sp modelId="{E599BA6D-2143-4E94-90DA-56076378027D}">
      <dsp:nvSpPr>
        <dsp:cNvPr id="0" name=""/>
        <dsp:cNvSpPr/>
      </dsp:nvSpPr>
      <dsp:spPr>
        <a:xfrm>
          <a:off x="0" y="3489440"/>
          <a:ext cx="5607050" cy="865800"/>
        </a:xfrm>
        <a:prstGeom prst="roundRect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700" kern="1200"/>
            <a:t>Paralelno testiranje sistema</a:t>
          </a:r>
          <a:endParaRPr lang="en-US" sz="3700" kern="1200"/>
        </a:p>
      </dsp:txBody>
      <dsp:txXfrm>
        <a:off x="42265" y="3531705"/>
        <a:ext cx="5522520" cy="781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4B0A9-15BD-4AB3-B2BF-1A79985C82E5}">
      <dsp:nvSpPr>
        <dsp:cNvPr id="0" name=""/>
        <dsp:cNvSpPr/>
      </dsp:nvSpPr>
      <dsp:spPr>
        <a:xfrm>
          <a:off x="3858" y="447931"/>
          <a:ext cx="2319883" cy="748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600" kern="1200"/>
            <a:t>Modeli</a:t>
          </a:r>
          <a:endParaRPr lang="en-US" sz="2600" kern="1200"/>
        </a:p>
      </dsp:txBody>
      <dsp:txXfrm>
        <a:off x="3858" y="447931"/>
        <a:ext cx="2319883" cy="748800"/>
      </dsp:txXfrm>
    </dsp:sp>
    <dsp:sp modelId="{1E4C986B-E9BB-4C87-9ABD-727BA74F7781}">
      <dsp:nvSpPr>
        <dsp:cNvPr id="0" name=""/>
        <dsp:cNvSpPr/>
      </dsp:nvSpPr>
      <dsp:spPr>
        <a:xfrm>
          <a:off x="3858" y="1196731"/>
          <a:ext cx="2319883" cy="146308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Single-Master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Multi-Master</a:t>
          </a:r>
          <a:endParaRPr lang="en-US" sz="2600" kern="1200"/>
        </a:p>
      </dsp:txBody>
      <dsp:txXfrm>
        <a:off x="3858" y="1196731"/>
        <a:ext cx="2319883" cy="1463084"/>
      </dsp:txXfrm>
    </dsp:sp>
    <dsp:sp modelId="{FF38DF91-4439-47D5-96F9-894B83F1203A}">
      <dsp:nvSpPr>
        <dsp:cNvPr id="0" name=""/>
        <dsp:cNvSpPr/>
      </dsp:nvSpPr>
      <dsp:spPr>
        <a:xfrm>
          <a:off x="2648524" y="447931"/>
          <a:ext cx="2319883" cy="748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600" kern="1200"/>
            <a:t>Klase</a:t>
          </a:r>
          <a:endParaRPr lang="en-US" sz="2600" kern="1200"/>
        </a:p>
      </dsp:txBody>
      <dsp:txXfrm>
        <a:off x="2648524" y="447931"/>
        <a:ext cx="2319883" cy="748800"/>
      </dsp:txXfrm>
    </dsp:sp>
    <dsp:sp modelId="{ABA299C9-F731-435F-BE04-7B973B202F3E}">
      <dsp:nvSpPr>
        <dsp:cNvPr id="0" name=""/>
        <dsp:cNvSpPr/>
      </dsp:nvSpPr>
      <dsp:spPr>
        <a:xfrm>
          <a:off x="2648524" y="1196731"/>
          <a:ext cx="2319883" cy="146308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Jednosmerna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Dvosmerna</a:t>
          </a:r>
          <a:endParaRPr lang="en-US" sz="2600" kern="1200"/>
        </a:p>
      </dsp:txBody>
      <dsp:txXfrm>
        <a:off x="2648524" y="1196731"/>
        <a:ext cx="2319883" cy="1463084"/>
      </dsp:txXfrm>
    </dsp:sp>
    <dsp:sp modelId="{42BD3087-6F54-4044-8D58-7C7748206F34}">
      <dsp:nvSpPr>
        <dsp:cNvPr id="0" name=""/>
        <dsp:cNvSpPr/>
      </dsp:nvSpPr>
      <dsp:spPr>
        <a:xfrm>
          <a:off x="5293191" y="447931"/>
          <a:ext cx="2319883" cy="748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600" kern="1200"/>
            <a:t>Modovi</a:t>
          </a:r>
          <a:endParaRPr lang="en-US" sz="2600" kern="1200"/>
        </a:p>
      </dsp:txBody>
      <dsp:txXfrm>
        <a:off x="5293191" y="447931"/>
        <a:ext cx="2319883" cy="748800"/>
      </dsp:txXfrm>
    </dsp:sp>
    <dsp:sp modelId="{8645E801-1E65-4A5E-B685-0FFE72AA9D38}">
      <dsp:nvSpPr>
        <dsp:cNvPr id="0" name=""/>
        <dsp:cNvSpPr/>
      </dsp:nvSpPr>
      <dsp:spPr>
        <a:xfrm>
          <a:off x="5293191" y="1196731"/>
          <a:ext cx="2319883" cy="146308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Asinhroni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Sinhroni</a:t>
          </a:r>
          <a:endParaRPr lang="en-US" sz="2600" kern="1200"/>
        </a:p>
      </dsp:txBody>
      <dsp:txXfrm>
        <a:off x="5293191" y="1196731"/>
        <a:ext cx="2319883" cy="1463084"/>
      </dsp:txXfrm>
    </dsp:sp>
    <dsp:sp modelId="{56AA3D88-68A5-4842-A709-B44F3E636E4F}">
      <dsp:nvSpPr>
        <dsp:cNvPr id="0" name=""/>
        <dsp:cNvSpPr/>
      </dsp:nvSpPr>
      <dsp:spPr>
        <a:xfrm>
          <a:off x="7937858" y="447931"/>
          <a:ext cx="2319883" cy="748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600" kern="1200"/>
            <a:t>Tipovi</a:t>
          </a:r>
          <a:endParaRPr lang="en-US" sz="2600" kern="1200"/>
        </a:p>
      </dsp:txBody>
      <dsp:txXfrm>
        <a:off x="7937858" y="447931"/>
        <a:ext cx="2319883" cy="748800"/>
      </dsp:txXfrm>
    </dsp:sp>
    <dsp:sp modelId="{7B941AF4-491C-47D3-BA3A-94B1FD7EEE9A}">
      <dsp:nvSpPr>
        <dsp:cNvPr id="0" name=""/>
        <dsp:cNvSpPr/>
      </dsp:nvSpPr>
      <dsp:spPr>
        <a:xfrm>
          <a:off x="7937858" y="1196731"/>
          <a:ext cx="2319883" cy="146308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Fizička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r-Latn-RS" sz="2600" kern="1200"/>
            <a:t>Logička</a:t>
          </a:r>
          <a:endParaRPr lang="en-US" sz="2600" kern="1200"/>
        </a:p>
      </dsp:txBody>
      <dsp:txXfrm>
        <a:off x="7937858" y="1196731"/>
        <a:ext cx="2319883" cy="1463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F1B6-B3DA-4EEB-9FCD-5B525E62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 err="1"/>
              <a:t>Replikacija</a:t>
            </a:r>
            <a:r>
              <a:rPr lang="sr-Latn-RS" dirty="0"/>
              <a:t> kod </a:t>
            </a:r>
            <a:r>
              <a:rPr lang="sr-Latn-RS" dirty="0" err="1"/>
              <a:t>postgreSQL</a:t>
            </a:r>
            <a:r>
              <a:rPr lang="sr-Latn-RS" dirty="0"/>
              <a:t> baze podataka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6360E-717A-4FEE-BAE2-A8814A4DF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Student: Mirjana Živković 1274 </a:t>
            </a:r>
          </a:p>
          <a:p>
            <a:r>
              <a:rPr lang="sr-Latn-RS" dirty="0"/>
              <a:t>Mentor: Aleksandar Stanimirović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54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AC78E-AD6E-44DD-8732-17610735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65A4-9383-47E9-A410-D1E93257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sz="2000" dirty="0"/>
              <a:t>Uvod</a:t>
            </a:r>
          </a:p>
          <a:p>
            <a:r>
              <a:rPr lang="sr-Latn-RS" sz="2000" dirty="0"/>
              <a:t>Podela </a:t>
            </a:r>
            <a:r>
              <a:rPr lang="sr-Latn-RS" sz="2000" dirty="0" err="1"/>
              <a:t>replikacije</a:t>
            </a:r>
            <a:r>
              <a:rPr lang="sr-Latn-RS" sz="2000" dirty="0"/>
              <a:t> kod </a:t>
            </a:r>
            <a:r>
              <a:rPr lang="sr-Latn-RS" sz="2000" dirty="0" err="1"/>
              <a:t>PostgreSQL</a:t>
            </a:r>
            <a:r>
              <a:rPr lang="sr-Latn-RS" sz="2000" dirty="0"/>
              <a:t>-a</a:t>
            </a:r>
          </a:p>
          <a:p>
            <a:r>
              <a:rPr lang="sr-Latn-RS" sz="2000" dirty="0"/>
              <a:t>WAL</a:t>
            </a:r>
          </a:p>
          <a:p>
            <a:r>
              <a:rPr lang="sr-Latn-RS" sz="2000" dirty="0"/>
              <a:t>Opcije </a:t>
            </a:r>
            <a:r>
              <a:rPr lang="sr-Latn-RS" sz="2000" dirty="0" err="1"/>
              <a:t>replikacije</a:t>
            </a:r>
            <a:r>
              <a:rPr lang="sr-Latn-RS" sz="2000" dirty="0"/>
              <a:t> koje se baziraju na WAL</a:t>
            </a:r>
          </a:p>
          <a:p>
            <a:r>
              <a:rPr lang="sr-Latn-RS" sz="2000" dirty="0"/>
              <a:t>Fizička </a:t>
            </a:r>
            <a:r>
              <a:rPr lang="sr-Latn-RS" sz="2000" dirty="0" err="1"/>
              <a:t>streaming</a:t>
            </a:r>
            <a:r>
              <a:rPr lang="sr-Latn-RS" sz="2000" dirty="0"/>
              <a:t> </a:t>
            </a:r>
            <a:r>
              <a:rPr lang="sr-Latn-RS" sz="2000" dirty="0" err="1"/>
              <a:t>replikacija</a:t>
            </a:r>
            <a:endParaRPr lang="sr-Latn-RS" sz="2000" dirty="0"/>
          </a:p>
          <a:p>
            <a:r>
              <a:rPr lang="sr-Latn-RS" sz="2000" dirty="0"/>
              <a:t>Logička </a:t>
            </a:r>
            <a:r>
              <a:rPr lang="sr-Latn-RS" sz="2000" dirty="0" err="1"/>
              <a:t>replikacija</a:t>
            </a:r>
            <a:endParaRPr lang="sr-Latn-RS" sz="2000" dirty="0"/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26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37A8-BDC7-4722-BEC8-DA336A76A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uvod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C72E-7DE2-4979-98FB-A9E460DF2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/>
              <a:t>Objektno</a:t>
            </a:r>
            <a:r>
              <a:rPr lang="sr-Latn-RS" dirty="0"/>
              <a:t>-relacioni sistem za upravljanje bazama podataka</a:t>
            </a:r>
          </a:p>
          <a:p>
            <a:r>
              <a:rPr lang="sr-Latn-RS" dirty="0" err="1"/>
              <a:t>PostgreSQL</a:t>
            </a:r>
            <a:r>
              <a:rPr lang="sr-Latn-RS" dirty="0"/>
              <a:t> nastao od POSTGRES, razvijanom na Berkli katedri</a:t>
            </a:r>
          </a:p>
          <a:p>
            <a:r>
              <a:rPr lang="sr-Latn-RS" dirty="0"/>
              <a:t>Obezbeđuje mnoge moderne koncepte</a:t>
            </a:r>
          </a:p>
          <a:p>
            <a:r>
              <a:rPr lang="sr-Latn-RS" dirty="0" err="1"/>
              <a:t>Replikacija</a:t>
            </a:r>
            <a:r>
              <a:rPr lang="sr-Latn-RS" dirty="0"/>
              <a:t> – čuvanje više kopija relacije ili relacionog fragmenta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FCE630-7F1A-4E80-B9A4-393C2A0E7F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4951" y="4221073"/>
            <a:ext cx="3470910" cy="125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3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CFF38-C194-4F1F-868A-EB9E082A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sr-Latn-RS" sz="2600">
                <a:solidFill>
                  <a:schemeClr val="bg1"/>
                </a:solidFill>
              </a:rPr>
              <a:t>Zašto koristiti postgresql replikaciju</a:t>
            </a:r>
            <a:endParaRPr lang="en-US" sz="26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E7D022-734E-48E7-818E-137C8C34A9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027136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06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33C4-EDF3-4CE5-8AE4-F331A791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sr-Latn-RS" dirty="0"/>
              <a:t>Podela </a:t>
            </a:r>
            <a:r>
              <a:rPr lang="sr-Latn-RS" dirty="0" err="1"/>
              <a:t>postgresql</a:t>
            </a:r>
            <a:r>
              <a:rPr lang="sr-Latn-RS" dirty="0"/>
              <a:t> </a:t>
            </a:r>
            <a:r>
              <a:rPr lang="sr-Latn-RS" dirty="0" err="1"/>
              <a:t>replikacije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C2F3BE-31BE-4B7F-BBD7-32649B7C6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846258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1377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4E70-89CB-404E-9A20-ECA4DB66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</a:t>
            </a:r>
            <a:br>
              <a:rPr lang="sr-Latn-RS" dirty="0"/>
            </a:br>
            <a:r>
              <a:rPr lang="sr-Latn-RS" dirty="0"/>
              <a:t>(</a:t>
            </a:r>
            <a:r>
              <a:rPr lang="sr-Latn-RS" dirty="0" err="1"/>
              <a:t>write</a:t>
            </a:r>
            <a:r>
              <a:rPr lang="sr-Latn-RS" dirty="0"/>
              <a:t> </a:t>
            </a:r>
            <a:r>
              <a:rPr lang="sr-Latn-RS" dirty="0" err="1"/>
              <a:t>ahead</a:t>
            </a:r>
            <a:r>
              <a:rPr lang="sr-Latn-RS" dirty="0"/>
              <a:t> </a:t>
            </a:r>
            <a:r>
              <a:rPr lang="sr-Latn-RS" dirty="0" err="1"/>
              <a:t>logging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C6A64-C49E-4813-895A-B35B27B8B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se </a:t>
            </a:r>
            <a:r>
              <a:rPr lang="en-US" dirty="0" err="1"/>
              <a:t>inicijalno</a:t>
            </a:r>
            <a:r>
              <a:rPr lang="en-US" dirty="0"/>
              <a:t> </a:t>
            </a:r>
            <a:r>
              <a:rPr lang="en-US" dirty="0" err="1"/>
              <a:t>pamte</a:t>
            </a:r>
            <a:r>
              <a:rPr lang="en-US" dirty="0"/>
              <a:t> u log </a:t>
            </a:r>
            <a:r>
              <a:rPr lang="en-US" dirty="0" err="1"/>
              <a:t>fajlu</a:t>
            </a:r>
            <a:endParaRPr lang="en-US" dirty="0"/>
          </a:p>
          <a:p>
            <a:r>
              <a:rPr lang="en-US" dirty="0" err="1"/>
              <a:t>Spre</a:t>
            </a:r>
            <a:r>
              <a:rPr lang="sr-Latn-RS" dirty="0" err="1"/>
              <a:t>čava</a:t>
            </a:r>
            <a:r>
              <a:rPr lang="sr-Latn-RS" dirty="0"/>
              <a:t> se gubitak podataka u slučaju pada OS ili kvara na hardveru</a:t>
            </a:r>
          </a:p>
          <a:p>
            <a:r>
              <a:rPr lang="sr-Latn-RS" dirty="0"/>
              <a:t>Promene (insert, </a:t>
            </a:r>
            <a:r>
              <a:rPr lang="sr-Latn-RS" dirty="0" err="1"/>
              <a:t>update</a:t>
            </a:r>
            <a:r>
              <a:rPr lang="sr-Latn-RS" dirty="0"/>
              <a:t>, </a:t>
            </a:r>
            <a:r>
              <a:rPr lang="sr-Latn-RS" dirty="0" err="1"/>
              <a:t>delete</a:t>
            </a:r>
            <a:r>
              <a:rPr lang="sr-Latn-RS" dirty="0"/>
              <a:t>, </a:t>
            </a:r>
            <a:r>
              <a:rPr lang="sr-Latn-RS" dirty="0" err="1"/>
              <a:t>commit</a:t>
            </a:r>
            <a:r>
              <a:rPr lang="sr-Latn-RS" dirty="0"/>
              <a:t>) se upisuju u log kao WAL zapisi</a:t>
            </a:r>
          </a:p>
          <a:p>
            <a:r>
              <a:rPr lang="sr-Latn-RS" dirty="0"/>
              <a:t>Svaki WAL zapis ima Log </a:t>
            </a:r>
            <a:r>
              <a:rPr lang="sr-Latn-RS" dirty="0" err="1"/>
              <a:t>Sequence</a:t>
            </a:r>
            <a:r>
              <a:rPr lang="sr-Latn-RS" dirty="0"/>
              <a:t> </a:t>
            </a:r>
            <a:r>
              <a:rPr lang="sr-Latn-RS" dirty="0" err="1"/>
              <a:t>Number</a:t>
            </a:r>
            <a:endParaRPr lang="sr-Latn-RS" dirty="0"/>
          </a:p>
          <a:p>
            <a:r>
              <a:rPr lang="sr-Latn-RS" dirty="0"/>
              <a:t>U slučaju pada sistema, baza podataka može da povrati </a:t>
            </a:r>
            <a:r>
              <a:rPr lang="sr-Latn-RS" dirty="0" err="1"/>
              <a:t>komitovane</a:t>
            </a:r>
            <a:r>
              <a:rPr lang="sr-Latn-RS" dirty="0"/>
              <a:t> transakcije iz WAL-a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3325E-FAD8-40E6-A944-961DDB76E8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438885" y="5309108"/>
            <a:ext cx="3336925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3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7A4F-B647-49C6-B482-E688B5B1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Opcije </a:t>
            </a:r>
            <a:r>
              <a:rPr lang="sr-Latn-RS" dirty="0" err="1"/>
              <a:t>replikacije</a:t>
            </a:r>
            <a:r>
              <a:rPr lang="sr-Latn-RS" dirty="0"/>
              <a:t> koje se baziraju na </a:t>
            </a:r>
            <a:r>
              <a:rPr lang="sr-Latn-RS" dirty="0" err="1"/>
              <a:t>wal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4041-3A85-4F6D-8A47-65547B43A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24211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err="1"/>
              <a:t>Continuous</a:t>
            </a:r>
            <a:r>
              <a:rPr lang="sr-Latn-RS" dirty="0"/>
              <a:t> WAL arhiviranje</a:t>
            </a:r>
          </a:p>
          <a:p>
            <a:pPr lvl="1"/>
            <a:r>
              <a:rPr lang="sr-Latn-RS" dirty="0"/>
              <a:t>Zove se skripta koju je napisao korisnik, za čuvanje WAL fajlova u direktorijum različit od </a:t>
            </a:r>
            <a:r>
              <a:rPr lang="sr-Latn-RS" dirty="0" err="1"/>
              <a:t>pg_wal</a:t>
            </a:r>
            <a:r>
              <a:rPr lang="sr-Latn-RS" dirty="0"/>
              <a:t> direktorijuma</a:t>
            </a:r>
          </a:p>
          <a:p>
            <a:pPr lvl="1"/>
            <a:r>
              <a:rPr lang="sr-Latn-RS" dirty="0"/>
              <a:t>WAL arhiva deljena između primarnog i </a:t>
            </a:r>
            <a:r>
              <a:rPr lang="sr-Latn-RS" dirty="0" err="1"/>
              <a:t>standby</a:t>
            </a:r>
            <a:r>
              <a:rPr lang="sr-Latn-RS" dirty="0"/>
              <a:t> servera ili sopstvena arhiva </a:t>
            </a:r>
            <a:r>
              <a:rPr lang="sr-Latn-RS" dirty="0" err="1"/>
              <a:t>standby</a:t>
            </a:r>
            <a:r>
              <a:rPr lang="sr-Latn-RS" dirty="0"/>
              <a:t> servera</a:t>
            </a:r>
          </a:p>
          <a:p>
            <a:pPr lvl="1"/>
            <a:r>
              <a:rPr lang="sr-Latn-RS" dirty="0" err="1"/>
              <a:t>Archive_mode</a:t>
            </a:r>
            <a:r>
              <a:rPr lang="sr-Latn-RS" dirty="0"/>
              <a:t> </a:t>
            </a:r>
            <a:r>
              <a:rPr lang="sr-Latn-RS" dirty="0" err="1"/>
              <a:t>always</a:t>
            </a:r>
            <a:r>
              <a:rPr lang="sr-Latn-RS" dirty="0"/>
              <a:t> ili on</a:t>
            </a:r>
          </a:p>
          <a:p>
            <a:r>
              <a:rPr lang="sr-Latn-RS" dirty="0"/>
              <a:t>Log </a:t>
            </a:r>
            <a:r>
              <a:rPr lang="sr-Latn-RS" dirty="0" err="1"/>
              <a:t>shipping</a:t>
            </a:r>
            <a:r>
              <a:rPr lang="sr-Latn-RS" dirty="0"/>
              <a:t> na nivou fajla</a:t>
            </a:r>
          </a:p>
          <a:p>
            <a:pPr lvl="1"/>
            <a:r>
              <a:rPr lang="sr-Latn-RS" dirty="0"/>
              <a:t>Slanje logova </a:t>
            </a:r>
            <a:r>
              <a:rPr lang="sr-Latn-RS" dirty="0" err="1"/>
              <a:t>standby</a:t>
            </a:r>
            <a:r>
              <a:rPr lang="sr-Latn-RS" dirty="0"/>
              <a:t> serveru, čija je jedina svrha da ih ponovi (</a:t>
            </a:r>
            <a:r>
              <a:rPr lang="sr-Latn-RS" dirty="0" err="1"/>
              <a:t>warm</a:t>
            </a:r>
            <a:r>
              <a:rPr lang="sr-Latn-RS" dirty="0"/>
              <a:t> </a:t>
            </a:r>
            <a:r>
              <a:rPr lang="sr-Latn-RS" dirty="0" err="1"/>
              <a:t>backup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Asinhrono slanje logova</a:t>
            </a:r>
          </a:p>
          <a:p>
            <a:r>
              <a:rPr lang="sr-Latn-RS" dirty="0"/>
              <a:t>Log </a:t>
            </a:r>
            <a:r>
              <a:rPr lang="sr-Latn-RS" dirty="0" err="1"/>
              <a:t>shipping</a:t>
            </a:r>
            <a:r>
              <a:rPr lang="sr-Latn-RS" dirty="0"/>
              <a:t> na nivou bloka – </a:t>
            </a:r>
            <a:r>
              <a:rPr lang="sr-Latn-RS" dirty="0" err="1"/>
              <a:t>streaming</a:t>
            </a:r>
            <a:r>
              <a:rPr lang="sr-Latn-RS" dirty="0"/>
              <a:t> </a:t>
            </a:r>
            <a:r>
              <a:rPr lang="sr-Latn-RS" dirty="0" err="1"/>
              <a:t>replikacija</a:t>
            </a:r>
            <a:endParaRPr lang="sr-Latn-RS" dirty="0"/>
          </a:p>
          <a:p>
            <a:pPr lvl="1"/>
            <a:r>
              <a:rPr lang="sr-Latn-RS" dirty="0"/>
              <a:t>Slanje zapisa kako se generišu – nema čekanja</a:t>
            </a:r>
          </a:p>
          <a:p>
            <a:pPr lvl="1"/>
            <a:r>
              <a:rPr lang="sr-Latn-RS" dirty="0"/>
              <a:t>Server mora da čuva WAL fajlove onoliko vremena koliko je potrebno najsporijem klijentu da ih preuzme</a:t>
            </a:r>
          </a:p>
        </p:txBody>
      </p:sp>
    </p:spTree>
    <p:extLst>
      <p:ext uri="{BB962C8B-B14F-4D97-AF65-F5344CB8AC3E}">
        <p14:creationId xmlns:p14="http://schemas.microsoft.com/office/powerpoint/2010/main" val="284818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B59D-C7FC-4B53-97B3-B2CBE8EB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Fizička </a:t>
            </a:r>
            <a:r>
              <a:rPr lang="sr-Latn-RS" dirty="0" err="1"/>
              <a:t>streaming</a:t>
            </a:r>
            <a:r>
              <a:rPr lang="sr-Latn-RS" dirty="0"/>
              <a:t> </a:t>
            </a:r>
            <a:r>
              <a:rPr lang="sr-Latn-RS" dirty="0" err="1"/>
              <a:t>replikacija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E7FC-E2F4-469B-8BCB-15354B1CD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21192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Zasnovana na WAL</a:t>
            </a:r>
          </a:p>
          <a:p>
            <a:r>
              <a:rPr lang="sr-Latn-RS" dirty="0"/>
              <a:t>Koristi se protokol za </a:t>
            </a:r>
            <a:r>
              <a:rPr lang="sr-Latn-RS" dirty="0" err="1"/>
              <a:t>replikaciju</a:t>
            </a:r>
            <a:r>
              <a:rPr lang="sr-Latn-RS" dirty="0"/>
              <a:t> za preuzimanje WAL zapisa</a:t>
            </a:r>
          </a:p>
          <a:p>
            <a:r>
              <a:rPr lang="sr-Latn-RS" dirty="0"/>
              <a:t>Prednosti:</a:t>
            </a:r>
          </a:p>
          <a:p>
            <a:pPr lvl="1"/>
            <a:r>
              <a:rPr lang="sr-Latn-RS" dirty="0"/>
              <a:t>Nema zavisnosti od klijentske skripte</a:t>
            </a:r>
          </a:p>
          <a:p>
            <a:pPr lvl="1"/>
            <a:r>
              <a:rPr lang="sr-Latn-RS" dirty="0"/>
              <a:t>Nema čekanja da se WAL fajl popuni – manje kašnjenje</a:t>
            </a:r>
          </a:p>
          <a:p>
            <a:r>
              <a:rPr lang="sr-Latn-RS" dirty="0"/>
              <a:t>Podrazumevano asinhrona komunikacija</a:t>
            </a:r>
          </a:p>
          <a:p>
            <a:r>
              <a:rPr lang="sr-Latn-RS" dirty="0"/>
              <a:t>Podešavanje parametra </a:t>
            </a:r>
            <a:r>
              <a:rPr lang="sr-Latn-RS" dirty="0" err="1"/>
              <a:t>wal_keep_size</a:t>
            </a:r>
            <a:r>
              <a:rPr lang="sr-Latn-RS" dirty="0"/>
              <a:t>, kako se ne bi prerano reciklirali WAL segmenti</a:t>
            </a:r>
          </a:p>
          <a:p>
            <a:r>
              <a:rPr lang="sr-Latn-RS" dirty="0"/>
              <a:t>Server koji pristupa primarnom – </a:t>
            </a:r>
            <a:r>
              <a:rPr lang="sr-Latn-RS" dirty="0" err="1"/>
              <a:t>superuser</a:t>
            </a:r>
            <a:r>
              <a:rPr lang="sr-Latn-RS" dirty="0"/>
              <a:t> ili </a:t>
            </a:r>
            <a:r>
              <a:rPr lang="sr-Latn-RS" dirty="0" err="1"/>
              <a:t>replication</a:t>
            </a:r>
            <a:r>
              <a:rPr lang="sr-Latn-RS" dirty="0"/>
              <a:t> pristup</a:t>
            </a:r>
          </a:p>
          <a:p>
            <a:r>
              <a:rPr lang="sr-Latn-RS" dirty="0" err="1"/>
              <a:t>Autentifikacija</a:t>
            </a:r>
            <a:r>
              <a:rPr lang="sr-Latn-RS" dirty="0"/>
              <a:t> klijenata se podešava u </a:t>
            </a:r>
            <a:r>
              <a:rPr lang="sr-Latn-RS" dirty="0" err="1"/>
              <a:t>pg_hba.conf</a:t>
            </a:r>
            <a:r>
              <a:rPr lang="sr-Latn-RS" dirty="0"/>
              <a:t> fajlu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68477-26E9-4B6B-9C95-A3D8A6EE1E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640618" y="2419927"/>
            <a:ext cx="3230591" cy="21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0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7C39-65BF-4851-A6FD-06EB38A1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WAL </a:t>
            </a:r>
            <a:r>
              <a:rPr lang="sr-Latn-RS" dirty="0" err="1"/>
              <a:t>sender</a:t>
            </a:r>
            <a:r>
              <a:rPr lang="sr-Latn-RS" dirty="0"/>
              <a:t> i </a:t>
            </a:r>
            <a:r>
              <a:rPr lang="sr-Latn-RS" dirty="0" err="1"/>
              <a:t>Wal</a:t>
            </a:r>
            <a:r>
              <a:rPr lang="sr-Latn-RS" dirty="0"/>
              <a:t> </a:t>
            </a:r>
            <a:r>
              <a:rPr lang="sr-Latn-RS" dirty="0" err="1"/>
              <a:t>receiver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4A46A-8EC2-4907-8D97-013BDB681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WAL </a:t>
            </a:r>
            <a:r>
              <a:rPr lang="sr-Latn-RS" dirty="0" err="1"/>
              <a:t>receiver</a:t>
            </a:r>
            <a:r>
              <a:rPr lang="sr-Latn-RS" dirty="0"/>
              <a:t> – proces koji se izvršava na </a:t>
            </a:r>
            <a:r>
              <a:rPr lang="sr-Latn-RS" dirty="0" err="1"/>
              <a:t>standby</a:t>
            </a:r>
            <a:r>
              <a:rPr lang="sr-Latn-RS" dirty="0"/>
              <a:t> serveru</a:t>
            </a:r>
          </a:p>
          <a:p>
            <a:r>
              <a:rPr lang="sr-Latn-RS" dirty="0"/>
              <a:t>Za vezu sa primarnim serverom preko TCP/IP konekcije koristi podatke iz </a:t>
            </a:r>
            <a:r>
              <a:rPr lang="sr-Latn-RS" dirty="0" err="1"/>
              <a:t>primary_conninfo</a:t>
            </a:r>
            <a:r>
              <a:rPr lang="sr-Latn-RS" dirty="0"/>
              <a:t> parametra</a:t>
            </a:r>
          </a:p>
          <a:p>
            <a:r>
              <a:rPr lang="sr-Latn-RS" dirty="0"/>
              <a:t>WAL </a:t>
            </a:r>
            <a:r>
              <a:rPr lang="sr-Latn-RS" dirty="0" err="1"/>
              <a:t>sender</a:t>
            </a:r>
            <a:r>
              <a:rPr lang="sr-Latn-RS" dirty="0"/>
              <a:t> – proces na primarnom serveru</a:t>
            </a:r>
          </a:p>
          <a:p>
            <a:r>
              <a:rPr lang="sr-Latn-RS" dirty="0"/>
              <a:t>Zadužen za slanje WAL zapisa </a:t>
            </a:r>
          </a:p>
          <a:p>
            <a:r>
              <a:rPr lang="sr-Latn-RS" dirty="0"/>
              <a:t>Kada </a:t>
            </a:r>
            <a:r>
              <a:rPr lang="sr-Latn-RS" dirty="0" err="1"/>
              <a:t>standby</a:t>
            </a:r>
            <a:r>
              <a:rPr lang="sr-Latn-RS" dirty="0"/>
              <a:t> server primi WAL zapise, izvršava ih kako bi </a:t>
            </a:r>
            <a:r>
              <a:rPr lang="sr-Latn-RS" dirty="0" err="1"/>
              <a:t>standby</a:t>
            </a:r>
            <a:r>
              <a:rPr lang="sr-Latn-RS" dirty="0"/>
              <a:t> i primarni server bili sinhronizovani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19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585C-8AAF-455B-8805-6EAEDDFB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Replikacioni</a:t>
            </a:r>
            <a:r>
              <a:rPr lang="sr-Latn-RS" dirty="0"/>
              <a:t> slotovi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5A9D-2A81-46F3-8855-CAE0369D4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Automatizovan način za sprečavanje brisanja WAL segmenata dok ih </a:t>
            </a:r>
            <a:r>
              <a:rPr lang="sr-Latn-RS" dirty="0" err="1"/>
              <a:t>standby</a:t>
            </a:r>
            <a:r>
              <a:rPr lang="sr-Latn-RS" dirty="0"/>
              <a:t> serveri ne dobiju</a:t>
            </a:r>
          </a:p>
          <a:p>
            <a:r>
              <a:rPr lang="sr-Latn-RS" dirty="0"/>
              <a:t>Prednost: Zadržavaju se samo potrebni segmenti</a:t>
            </a:r>
          </a:p>
          <a:p>
            <a:r>
              <a:rPr lang="sr-Latn-RS" dirty="0"/>
              <a:t>Mana: Može se popuniti </a:t>
            </a:r>
            <a:r>
              <a:rPr lang="sr-Latn-RS" dirty="0" err="1"/>
              <a:t>pg_wal</a:t>
            </a:r>
            <a:r>
              <a:rPr lang="sr-Latn-RS" dirty="0"/>
              <a:t> direktorijum</a:t>
            </a:r>
          </a:p>
          <a:p>
            <a:r>
              <a:rPr lang="sr-Latn-RS" dirty="0"/>
              <a:t>Fizički i logički </a:t>
            </a:r>
            <a:r>
              <a:rPr lang="sr-Latn-RS" dirty="0" err="1"/>
              <a:t>replikacioni</a:t>
            </a:r>
            <a:r>
              <a:rPr lang="sr-Latn-RS" dirty="0"/>
              <a:t> slotovi</a:t>
            </a:r>
          </a:p>
          <a:p>
            <a:r>
              <a:rPr lang="sr-Latn-RS" dirty="0"/>
              <a:t>Preporuka: Brisanje slotova koji se ne koriste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5ECD03-1F5E-402F-9398-C867F02DD79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88364" y="4848833"/>
            <a:ext cx="5943600" cy="18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368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FCCE-E804-4788-91A8-F3EEFA8D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Kaskadna </a:t>
            </a:r>
            <a:r>
              <a:rPr lang="sr-Latn-RS" dirty="0" err="1"/>
              <a:t>replikacija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631D-AA35-4E3C-A227-DD8FA6E0B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/>
              <a:t>Standby</a:t>
            </a:r>
            <a:r>
              <a:rPr lang="sr-Latn-RS" dirty="0"/>
              <a:t> server prihvata konekcije za </a:t>
            </a:r>
            <a:r>
              <a:rPr lang="sr-Latn-RS" dirty="0" err="1"/>
              <a:t>replikaciju</a:t>
            </a:r>
            <a:r>
              <a:rPr lang="sr-Latn-RS" dirty="0"/>
              <a:t> i šalje WAL zapise drugim </a:t>
            </a:r>
            <a:r>
              <a:rPr lang="sr-Latn-RS" dirty="0" err="1"/>
              <a:t>standby</a:t>
            </a:r>
            <a:r>
              <a:rPr lang="sr-Latn-RS" dirty="0"/>
              <a:t> serverima</a:t>
            </a:r>
          </a:p>
          <a:p>
            <a:r>
              <a:rPr lang="sr-Latn-RS" dirty="0"/>
              <a:t>Ponaša se kao </a:t>
            </a:r>
            <a:r>
              <a:rPr lang="sr-Latn-RS" dirty="0" err="1"/>
              <a:t>relay</a:t>
            </a:r>
            <a:endParaRPr lang="sr-Latn-RS" dirty="0"/>
          </a:p>
          <a:p>
            <a:r>
              <a:rPr lang="sr-Latn-RS" dirty="0"/>
              <a:t>Šalje i WAL koje dobije i mastera i one iz arhive</a:t>
            </a:r>
          </a:p>
          <a:p>
            <a:r>
              <a:rPr lang="sr-Latn-RS" dirty="0"/>
              <a:t>Samo asinhrona </a:t>
            </a:r>
            <a:r>
              <a:rPr lang="sr-Latn-RS" dirty="0" err="1"/>
              <a:t>replikacija</a:t>
            </a:r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79D2F19-6F06-4936-8097-D3132DA4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597" y="3366655"/>
            <a:ext cx="2894130" cy="286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7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EBD3C-D89A-4393-8913-430A50B5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Sinhrona </a:t>
            </a:r>
            <a:r>
              <a:rPr lang="sr-Latn-RS" dirty="0" err="1"/>
              <a:t>replikacija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48CC-B8A3-4E44-867F-0C1629BA3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Pruža mogućnost da se potvrde sve promene koje se nalaze u transakciji</a:t>
            </a:r>
          </a:p>
          <a:p>
            <a:r>
              <a:rPr lang="sr-Latn-RS" dirty="0"/>
              <a:t>Jedina mogućnost da se izgube podaci je ako na primarnom i </a:t>
            </a:r>
            <a:r>
              <a:rPr lang="sr-Latn-RS" dirty="0" err="1"/>
              <a:t>standby</a:t>
            </a:r>
            <a:r>
              <a:rPr lang="sr-Latn-RS" dirty="0"/>
              <a:t> serveru dođe do greške u isto vreme</a:t>
            </a:r>
          </a:p>
          <a:p>
            <a:r>
              <a:rPr lang="sr-Latn-RS" dirty="0"/>
              <a:t>Minimalno vreme čekanja = put od primarnog servera ka </a:t>
            </a:r>
            <a:r>
              <a:rPr lang="sr-Latn-RS" dirty="0" err="1"/>
              <a:t>standby</a:t>
            </a:r>
            <a:r>
              <a:rPr lang="sr-Latn-RS" dirty="0"/>
              <a:t> i nazad</a:t>
            </a:r>
          </a:p>
          <a:p>
            <a:r>
              <a:rPr lang="sr-Latn-RS" dirty="0"/>
              <a:t>Podešavanje sinhrone </a:t>
            </a:r>
            <a:r>
              <a:rPr lang="sr-Latn-RS" dirty="0" err="1"/>
              <a:t>replikacije</a:t>
            </a:r>
            <a:r>
              <a:rPr lang="sr-Latn-RS" dirty="0"/>
              <a:t> preko </a:t>
            </a:r>
            <a:r>
              <a:rPr lang="sr-Latn-RS" dirty="0" err="1"/>
              <a:t>synchronous_standby_names</a:t>
            </a:r>
            <a:r>
              <a:rPr lang="sr-Latn-RS" dirty="0"/>
              <a:t> parametra</a:t>
            </a:r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7A4B0A8-674E-450A-B983-0C1C4D880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083" y="4430958"/>
            <a:ext cx="2771180" cy="214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0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F371-E9FC-41E9-9F9C-A45F03097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Logička </a:t>
            </a:r>
            <a:r>
              <a:rPr lang="sr-Latn-RS" dirty="0" err="1"/>
              <a:t>replikacija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9036-5AFB-4379-BCC1-DA9855E5D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Oslanja se na </a:t>
            </a:r>
            <a:r>
              <a:rPr lang="sr-Latn-RS" dirty="0" err="1"/>
              <a:t>replikacioni</a:t>
            </a:r>
            <a:r>
              <a:rPr lang="sr-Latn-RS" dirty="0"/>
              <a:t> identitet podataka, u većini slučajeva primarni ključ</a:t>
            </a:r>
          </a:p>
          <a:p>
            <a:r>
              <a:rPr lang="sr-Latn-RS" dirty="0"/>
              <a:t>Prati </a:t>
            </a:r>
            <a:r>
              <a:rPr lang="sr-Latn-RS" dirty="0" err="1"/>
              <a:t>publish</a:t>
            </a:r>
            <a:r>
              <a:rPr lang="sr-Latn-RS" dirty="0"/>
              <a:t> </a:t>
            </a:r>
            <a:r>
              <a:rPr lang="sr-Latn-RS" dirty="0" err="1"/>
              <a:t>and</a:t>
            </a:r>
            <a:r>
              <a:rPr lang="sr-Latn-RS" dirty="0"/>
              <a:t> </a:t>
            </a:r>
            <a:r>
              <a:rPr lang="sr-Latn-RS" dirty="0" err="1"/>
              <a:t>subscribe</a:t>
            </a:r>
            <a:r>
              <a:rPr lang="sr-Latn-RS" dirty="0"/>
              <a:t> model</a:t>
            </a:r>
          </a:p>
          <a:p>
            <a:r>
              <a:rPr lang="sr-Latn-RS" dirty="0"/>
              <a:t>Arhitektura – preko </a:t>
            </a:r>
            <a:r>
              <a:rPr lang="sr-Latn-RS" dirty="0" err="1"/>
              <a:t>walsender</a:t>
            </a:r>
            <a:r>
              <a:rPr lang="sr-Latn-RS" dirty="0"/>
              <a:t> i </a:t>
            </a:r>
            <a:r>
              <a:rPr lang="sr-Latn-RS" dirty="0" err="1"/>
              <a:t>apply</a:t>
            </a:r>
            <a:r>
              <a:rPr lang="sr-Latn-RS" dirty="0"/>
              <a:t> procesa</a:t>
            </a:r>
          </a:p>
          <a:p>
            <a:r>
              <a:rPr lang="sr-Latn-RS" dirty="0"/>
              <a:t>Započinje se kopiranjem </a:t>
            </a:r>
            <a:r>
              <a:rPr lang="sr-Latn-RS" dirty="0" err="1"/>
              <a:t>snapshot</a:t>
            </a:r>
            <a:r>
              <a:rPr lang="sr-Latn-RS" dirty="0"/>
              <a:t>-a baze na </a:t>
            </a:r>
            <a:r>
              <a:rPr lang="sr-Latn-RS" dirty="0" err="1"/>
              <a:t>subscriber</a:t>
            </a:r>
            <a:r>
              <a:rPr lang="sr-Latn-RS" dirty="0"/>
              <a:t> čvor</a:t>
            </a:r>
          </a:p>
          <a:p>
            <a:r>
              <a:rPr lang="sr-Latn-RS" dirty="0" err="1"/>
              <a:t>wal_level</a:t>
            </a:r>
            <a:r>
              <a:rPr lang="sr-Latn-RS" dirty="0"/>
              <a:t> = </a:t>
            </a:r>
            <a:r>
              <a:rPr lang="sr-Latn-RS" dirty="0" err="1"/>
              <a:t>logical</a:t>
            </a:r>
            <a:r>
              <a:rPr lang="sr-Latn-RS" dirty="0"/>
              <a:t> u </a:t>
            </a:r>
            <a:r>
              <a:rPr lang="sr-Latn-RS" dirty="0" err="1"/>
              <a:t>postgresql.conf</a:t>
            </a:r>
            <a:r>
              <a:rPr lang="sr-Latn-RS" dirty="0"/>
              <a:t> fajlu</a:t>
            </a:r>
          </a:p>
          <a:p>
            <a:r>
              <a:rPr lang="sr-Latn-RS" dirty="0"/>
              <a:t>Pri kreiranju publikacije, može se navesti koje se naredbe šalju </a:t>
            </a:r>
            <a:r>
              <a:rPr lang="sr-Latn-RS" dirty="0" err="1"/>
              <a:t>subscriber</a:t>
            </a:r>
            <a:r>
              <a:rPr lang="sr-Latn-RS" dirty="0"/>
              <a:t>-ima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36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4220-FC60-4F88-B259-3CF902A5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Ograničenja logičke </a:t>
            </a:r>
            <a:r>
              <a:rPr lang="sr-Latn-RS" dirty="0" err="1"/>
              <a:t>replikacije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65164-B009-427D-BAAE-B680591E4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Šema baze i DDL naredbe se ne </a:t>
            </a:r>
            <a:r>
              <a:rPr lang="sr-Latn-RS" dirty="0" err="1"/>
              <a:t>replikuju</a:t>
            </a:r>
            <a:r>
              <a:rPr lang="sr-Latn-RS" dirty="0"/>
              <a:t> – </a:t>
            </a:r>
            <a:r>
              <a:rPr lang="sr-Latn-RS" dirty="0" err="1"/>
              <a:t>pg_dump</a:t>
            </a:r>
            <a:r>
              <a:rPr lang="sr-Latn-RS" dirty="0"/>
              <a:t> –</a:t>
            </a:r>
            <a:r>
              <a:rPr lang="sr-Latn-RS" dirty="0" err="1"/>
              <a:t>schema-only</a:t>
            </a:r>
            <a:r>
              <a:rPr lang="sr-Latn-RS" dirty="0"/>
              <a:t> za kopiranje</a:t>
            </a:r>
          </a:p>
          <a:p>
            <a:r>
              <a:rPr lang="sr-Latn-RS" dirty="0"/>
              <a:t>Ne </a:t>
            </a:r>
            <a:r>
              <a:rPr lang="sr-Latn-RS" dirty="0" err="1"/>
              <a:t>replikuju</a:t>
            </a:r>
            <a:r>
              <a:rPr lang="sr-Latn-RS" dirty="0"/>
              <a:t> se sekvence – pokazivaće samo početnu vrednost</a:t>
            </a:r>
          </a:p>
          <a:p>
            <a:r>
              <a:rPr lang="sr-Latn-RS" dirty="0" err="1"/>
              <a:t>Truncate</a:t>
            </a:r>
            <a:r>
              <a:rPr lang="sr-Latn-RS" dirty="0"/>
              <a:t> tabela koje su povezane stranim ključevima – problem ako na </a:t>
            </a:r>
            <a:r>
              <a:rPr lang="sr-Latn-RS" dirty="0" err="1"/>
              <a:t>subscriberu</a:t>
            </a:r>
            <a:r>
              <a:rPr lang="sr-Latn-RS" dirty="0"/>
              <a:t> nisu tabele koje su povezane stranim ključevima</a:t>
            </a:r>
          </a:p>
          <a:p>
            <a:r>
              <a:rPr lang="sr-Latn-RS" dirty="0"/>
              <a:t>Ne </a:t>
            </a:r>
            <a:r>
              <a:rPr lang="sr-Latn-RS" dirty="0" err="1"/>
              <a:t>replikuju</a:t>
            </a:r>
            <a:r>
              <a:rPr lang="sr-Latn-RS" dirty="0"/>
              <a:t> se </a:t>
            </a:r>
            <a:r>
              <a:rPr lang="sr-Latn-RS" dirty="0" err="1"/>
              <a:t>large</a:t>
            </a:r>
            <a:r>
              <a:rPr lang="sr-Latn-RS" dirty="0"/>
              <a:t> </a:t>
            </a:r>
            <a:r>
              <a:rPr lang="sr-Latn-RS" dirty="0" err="1"/>
              <a:t>objects</a:t>
            </a:r>
            <a:endParaRPr lang="sr-Latn-RS" dirty="0"/>
          </a:p>
          <a:p>
            <a:r>
              <a:rPr lang="sr-Latn-RS" dirty="0" err="1"/>
              <a:t>Replikuju</a:t>
            </a:r>
            <a:r>
              <a:rPr lang="sr-Latn-RS" dirty="0"/>
              <a:t> se samo tabele – ne </a:t>
            </a:r>
            <a:r>
              <a:rPr lang="sr-Latn-RS" dirty="0" err="1"/>
              <a:t>replikuju</a:t>
            </a:r>
            <a:r>
              <a:rPr lang="sr-Latn-RS" dirty="0"/>
              <a:t> se pogledi ili strane tabele</a:t>
            </a:r>
          </a:p>
          <a:p>
            <a:r>
              <a:rPr lang="sr-Latn-RS" dirty="0"/>
              <a:t>Particije tabela koje su na </a:t>
            </a:r>
            <a:r>
              <a:rPr lang="sr-Latn-RS" dirty="0" err="1"/>
              <a:t>publisher</a:t>
            </a:r>
            <a:r>
              <a:rPr lang="sr-Latn-RS" dirty="0"/>
              <a:t>-u moraju da postoje i na </a:t>
            </a:r>
            <a:r>
              <a:rPr lang="sr-Latn-RS" dirty="0" err="1"/>
              <a:t>subscriber</a:t>
            </a:r>
            <a:r>
              <a:rPr lang="sr-Latn-RS" dirty="0"/>
              <a:t>-u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068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7DA7-7308-4CBE-A973-D2A26C86B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Hvala na pažnji 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4F35E-54FC-4694-AB61-38C3702A2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Pitanja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44239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378</TotalTime>
  <Words>666</Words>
  <Application>Microsoft Office PowerPoint</Application>
  <PresentationFormat>Widescreen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Parcel</vt:lpstr>
      <vt:lpstr>Replikacija kod postgreSQL baze podataka</vt:lpstr>
      <vt:lpstr>Sadržaj</vt:lpstr>
      <vt:lpstr>uvod</vt:lpstr>
      <vt:lpstr>Zašto koristiti postgresql replikaciju</vt:lpstr>
      <vt:lpstr>Podela postgresql replikacije</vt:lpstr>
      <vt:lpstr>WAL (write ahead logging)</vt:lpstr>
      <vt:lpstr>Opcije replikacije koje se baziraju na wal</vt:lpstr>
      <vt:lpstr>Fizička streaming replikacija</vt:lpstr>
      <vt:lpstr>WAL sender i Wal receiver</vt:lpstr>
      <vt:lpstr>Replikacioni slotovi</vt:lpstr>
      <vt:lpstr>Kaskadna replikacija</vt:lpstr>
      <vt:lpstr>Sinhrona replikacija</vt:lpstr>
      <vt:lpstr>Logička replikacija</vt:lpstr>
      <vt:lpstr>Ograničenja logičke replikacije</vt:lpstr>
      <vt:lpstr>Hvala na pažnji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Replikacija kod postgreSQL baze podataka</dc:title>
  <dc:creator>Zivkovic, Mirjana (RS)</dc:creator>
  <cp:lastModifiedBy>Zivkovic, Mirjana (RS)</cp:lastModifiedBy>
  <cp:revision>21</cp:revision>
  <dcterms:created xsi:type="dcterms:W3CDTF">2021-05-23T11:03:38Z</dcterms:created>
  <dcterms:modified xsi:type="dcterms:W3CDTF">2021-05-23T17:22:00Z</dcterms:modified>
</cp:coreProperties>
</file>